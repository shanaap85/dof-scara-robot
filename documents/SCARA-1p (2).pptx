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3" r:id="rId15"/>
    <p:sldId id="280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65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9C2150-976B-4310-B396-437A74265E96}" v="3" dt="2026-02-11T09:18:51.1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howGuides="1">
      <p:cViewPr varScale="1">
        <p:scale>
          <a:sx n="109" d="100"/>
          <a:sy n="109" d="100"/>
        </p:scale>
        <p:origin x="706" y="82"/>
      </p:cViewPr>
      <p:guideLst>
        <p:guide orient="horz" pos="2865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25957" y="799033"/>
            <a:ext cx="501015" cy="499745"/>
          </a:xfrm>
          <a:custGeom>
            <a:avLst/>
            <a:gdLst/>
            <a:ahLst/>
            <a:cxnLst/>
            <a:rect l="l" t="t" r="r" b="b"/>
            <a:pathLst>
              <a:path w="501015" h="499744">
                <a:moveTo>
                  <a:pt x="500697" y="499656"/>
                </a:moveTo>
                <a:lnTo>
                  <a:pt x="500265" y="297014"/>
                </a:lnTo>
                <a:lnTo>
                  <a:pt x="499668" y="0"/>
                </a:lnTo>
                <a:lnTo>
                  <a:pt x="202641" y="0"/>
                </a:lnTo>
                <a:lnTo>
                  <a:pt x="0" y="0"/>
                </a:lnTo>
                <a:lnTo>
                  <a:pt x="2451" y="49453"/>
                </a:lnTo>
                <a:lnTo>
                  <a:pt x="9715" y="98069"/>
                </a:lnTo>
                <a:lnTo>
                  <a:pt x="21653" y="145516"/>
                </a:lnTo>
                <a:lnTo>
                  <a:pt x="38138" y="191452"/>
                </a:lnTo>
                <a:lnTo>
                  <a:pt x="59016" y="235572"/>
                </a:lnTo>
                <a:lnTo>
                  <a:pt x="84162" y="277533"/>
                </a:lnTo>
                <a:lnTo>
                  <a:pt x="113449" y="317017"/>
                </a:lnTo>
                <a:lnTo>
                  <a:pt x="146710" y="353682"/>
                </a:lnTo>
                <a:lnTo>
                  <a:pt x="183451" y="386880"/>
                </a:lnTo>
                <a:lnTo>
                  <a:pt x="222986" y="416077"/>
                </a:lnTo>
                <a:lnTo>
                  <a:pt x="265010" y="441134"/>
                </a:lnTo>
                <a:lnTo>
                  <a:pt x="309168" y="461924"/>
                </a:lnTo>
                <a:lnTo>
                  <a:pt x="355142" y="478307"/>
                </a:lnTo>
                <a:lnTo>
                  <a:pt x="402615" y="490143"/>
                </a:lnTo>
                <a:lnTo>
                  <a:pt x="451243" y="497306"/>
                </a:lnTo>
                <a:lnTo>
                  <a:pt x="500697" y="499656"/>
                </a:lnTo>
                <a:close/>
              </a:path>
            </a:pathLst>
          </a:custGeom>
          <a:solidFill>
            <a:srgbClr val="424242">
              <a:alpha val="1254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125" y="368375"/>
            <a:ext cx="7315749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8050" y="1803400"/>
            <a:ext cx="7327900" cy="1521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43000" y="4453712"/>
            <a:ext cx="316865" cy="688975"/>
          </a:xfrm>
          <a:custGeom>
            <a:avLst/>
            <a:gdLst/>
            <a:ahLst/>
            <a:cxnLst/>
            <a:rect l="l" t="t" r="r" b="b"/>
            <a:pathLst>
              <a:path w="316865" h="688975">
                <a:moveTo>
                  <a:pt x="316801" y="158407"/>
                </a:moveTo>
                <a:lnTo>
                  <a:pt x="304736" y="97790"/>
                </a:lnTo>
                <a:lnTo>
                  <a:pt x="270395" y="46393"/>
                </a:lnTo>
                <a:lnTo>
                  <a:pt x="219011" y="12065"/>
                </a:lnTo>
                <a:lnTo>
                  <a:pt x="158394" y="0"/>
                </a:lnTo>
                <a:lnTo>
                  <a:pt x="108331" y="8077"/>
                </a:lnTo>
                <a:lnTo>
                  <a:pt x="64846" y="30568"/>
                </a:lnTo>
                <a:lnTo>
                  <a:pt x="30556" y="64858"/>
                </a:lnTo>
                <a:lnTo>
                  <a:pt x="8077" y="108343"/>
                </a:lnTo>
                <a:lnTo>
                  <a:pt x="0" y="158407"/>
                </a:lnTo>
                <a:lnTo>
                  <a:pt x="0" y="506412"/>
                </a:lnTo>
                <a:lnTo>
                  <a:pt x="0" y="688505"/>
                </a:lnTo>
                <a:lnTo>
                  <a:pt x="316801" y="688517"/>
                </a:lnTo>
                <a:lnTo>
                  <a:pt x="316801" y="506412"/>
                </a:lnTo>
                <a:lnTo>
                  <a:pt x="316801" y="158407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01203" y="4105706"/>
            <a:ext cx="316865" cy="1036955"/>
          </a:xfrm>
          <a:custGeom>
            <a:avLst/>
            <a:gdLst/>
            <a:ahLst/>
            <a:cxnLst/>
            <a:rect l="l" t="t" r="r" b="b"/>
            <a:pathLst>
              <a:path w="316865" h="1036954">
                <a:moveTo>
                  <a:pt x="316801" y="158394"/>
                </a:moveTo>
                <a:lnTo>
                  <a:pt x="304736" y="97777"/>
                </a:lnTo>
                <a:lnTo>
                  <a:pt x="270408" y="46393"/>
                </a:lnTo>
                <a:lnTo>
                  <a:pt x="219011" y="12052"/>
                </a:lnTo>
                <a:lnTo>
                  <a:pt x="158394" y="0"/>
                </a:lnTo>
                <a:lnTo>
                  <a:pt x="108331" y="8077"/>
                </a:lnTo>
                <a:lnTo>
                  <a:pt x="64846" y="30556"/>
                </a:lnTo>
                <a:lnTo>
                  <a:pt x="30556" y="64846"/>
                </a:lnTo>
                <a:lnTo>
                  <a:pt x="8077" y="108331"/>
                </a:lnTo>
                <a:lnTo>
                  <a:pt x="0" y="158394"/>
                </a:lnTo>
                <a:lnTo>
                  <a:pt x="0" y="506412"/>
                </a:lnTo>
                <a:lnTo>
                  <a:pt x="0" y="854417"/>
                </a:lnTo>
                <a:lnTo>
                  <a:pt x="0" y="1036497"/>
                </a:lnTo>
                <a:lnTo>
                  <a:pt x="316801" y="1036523"/>
                </a:lnTo>
                <a:lnTo>
                  <a:pt x="316801" y="854417"/>
                </a:lnTo>
                <a:lnTo>
                  <a:pt x="316801" y="506412"/>
                </a:lnTo>
                <a:lnTo>
                  <a:pt x="316801" y="158394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59407" y="3757688"/>
            <a:ext cx="316865" cy="1384935"/>
          </a:xfrm>
          <a:custGeom>
            <a:avLst/>
            <a:gdLst/>
            <a:ahLst/>
            <a:cxnLst/>
            <a:rect l="l" t="t" r="r" b="b"/>
            <a:pathLst>
              <a:path w="316865" h="1384935">
                <a:moveTo>
                  <a:pt x="316801" y="158407"/>
                </a:moveTo>
                <a:lnTo>
                  <a:pt x="304749" y="97790"/>
                </a:lnTo>
                <a:lnTo>
                  <a:pt x="270408" y="46405"/>
                </a:lnTo>
                <a:lnTo>
                  <a:pt x="219024" y="12065"/>
                </a:lnTo>
                <a:lnTo>
                  <a:pt x="158407" y="0"/>
                </a:lnTo>
                <a:lnTo>
                  <a:pt x="108343" y="8077"/>
                </a:lnTo>
                <a:lnTo>
                  <a:pt x="64858" y="30568"/>
                </a:lnTo>
                <a:lnTo>
                  <a:pt x="30568" y="64858"/>
                </a:lnTo>
                <a:lnTo>
                  <a:pt x="8077" y="108343"/>
                </a:lnTo>
                <a:lnTo>
                  <a:pt x="0" y="158407"/>
                </a:lnTo>
                <a:lnTo>
                  <a:pt x="0" y="506412"/>
                </a:lnTo>
                <a:lnTo>
                  <a:pt x="0" y="854430"/>
                </a:lnTo>
                <a:lnTo>
                  <a:pt x="0" y="1384541"/>
                </a:lnTo>
                <a:lnTo>
                  <a:pt x="316801" y="1384541"/>
                </a:lnTo>
                <a:lnTo>
                  <a:pt x="316801" y="506412"/>
                </a:lnTo>
                <a:lnTo>
                  <a:pt x="316801" y="158407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17623" y="3409683"/>
            <a:ext cx="316865" cy="1732914"/>
          </a:xfrm>
          <a:custGeom>
            <a:avLst/>
            <a:gdLst/>
            <a:ahLst/>
            <a:cxnLst/>
            <a:rect l="l" t="t" r="r" b="b"/>
            <a:pathLst>
              <a:path w="316865" h="1732914">
                <a:moveTo>
                  <a:pt x="316801" y="158394"/>
                </a:moveTo>
                <a:lnTo>
                  <a:pt x="304736" y="97777"/>
                </a:lnTo>
                <a:lnTo>
                  <a:pt x="270395" y="46393"/>
                </a:lnTo>
                <a:lnTo>
                  <a:pt x="219011" y="12052"/>
                </a:lnTo>
                <a:lnTo>
                  <a:pt x="158394" y="0"/>
                </a:lnTo>
                <a:lnTo>
                  <a:pt x="108331" y="8077"/>
                </a:lnTo>
                <a:lnTo>
                  <a:pt x="64846" y="30556"/>
                </a:lnTo>
                <a:lnTo>
                  <a:pt x="30556" y="64846"/>
                </a:lnTo>
                <a:lnTo>
                  <a:pt x="8077" y="108331"/>
                </a:lnTo>
                <a:lnTo>
                  <a:pt x="0" y="158394"/>
                </a:lnTo>
                <a:lnTo>
                  <a:pt x="0" y="506412"/>
                </a:lnTo>
                <a:lnTo>
                  <a:pt x="0" y="854417"/>
                </a:lnTo>
                <a:lnTo>
                  <a:pt x="0" y="1732546"/>
                </a:lnTo>
                <a:lnTo>
                  <a:pt x="316801" y="1732546"/>
                </a:lnTo>
                <a:lnTo>
                  <a:pt x="316801" y="506412"/>
                </a:lnTo>
                <a:lnTo>
                  <a:pt x="316801" y="158394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60975" y="1817774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198299" y="396599"/>
                </a:moveTo>
                <a:lnTo>
                  <a:pt x="152831" y="391362"/>
                </a:lnTo>
                <a:lnTo>
                  <a:pt x="111092" y="376444"/>
                </a:lnTo>
                <a:lnTo>
                  <a:pt x="74273" y="353035"/>
                </a:lnTo>
                <a:lnTo>
                  <a:pt x="43564" y="322326"/>
                </a:lnTo>
                <a:lnTo>
                  <a:pt x="20155" y="285507"/>
                </a:lnTo>
                <a:lnTo>
                  <a:pt x="5237" y="243768"/>
                </a:lnTo>
                <a:lnTo>
                  <a:pt x="0" y="198299"/>
                </a:lnTo>
                <a:lnTo>
                  <a:pt x="5237" y="152831"/>
                </a:lnTo>
                <a:lnTo>
                  <a:pt x="20155" y="111092"/>
                </a:lnTo>
                <a:lnTo>
                  <a:pt x="43564" y="74273"/>
                </a:lnTo>
                <a:lnTo>
                  <a:pt x="74273" y="43564"/>
                </a:lnTo>
                <a:lnTo>
                  <a:pt x="111092" y="20155"/>
                </a:lnTo>
                <a:lnTo>
                  <a:pt x="152831" y="5237"/>
                </a:lnTo>
                <a:lnTo>
                  <a:pt x="198299" y="0"/>
                </a:lnTo>
                <a:lnTo>
                  <a:pt x="237167" y="3845"/>
                </a:lnTo>
                <a:lnTo>
                  <a:pt x="274186" y="15094"/>
                </a:lnTo>
                <a:lnTo>
                  <a:pt x="308316" y="33316"/>
                </a:lnTo>
                <a:lnTo>
                  <a:pt x="338519" y="58080"/>
                </a:lnTo>
                <a:lnTo>
                  <a:pt x="363283" y="88283"/>
                </a:lnTo>
                <a:lnTo>
                  <a:pt x="381505" y="122413"/>
                </a:lnTo>
                <a:lnTo>
                  <a:pt x="392754" y="159432"/>
                </a:lnTo>
                <a:lnTo>
                  <a:pt x="396599" y="198299"/>
                </a:lnTo>
                <a:lnTo>
                  <a:pt x="391362" y="243768"/>
                </a:lnTo>
                <a:lnTo>
                  <a:pt x="376444" y="285507"/>
                </a:lnTo>
                <a:lnTo>
                  <a:pt x="353035" y="322326"/>
                </a:lnTo>
                <a:lnTo>
                  <a:pt x="322326" y="353035"/>
                </a:lnTo>
                <a:lnTo>
                  <a:pt x="285507" y="376444"/>
                </a:lnTo>
                <a:lnTo>
                  <a:pt x="243768" y="391362"/>
                </a:lnTo>
                <a:lnTo>
                  <a:pt x="198299" y="396599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0332" y="348080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5818" y="319985"/>
                </a:moveTo>
                <a:lnTo>
                  <a:pt x="114949" y="313743"/>
                </a:lnTo>
                <a:lnTo>
                  <a:pt x="59503" y="284991"/>
                </a:lnTo>
                <a:lnTo>
                  <a:pt x="19281" y="237209"/>
                </a:lnTo>
                <a:lnTo>
                  <a:pt x="405" y="177671"/>
                </a:lnTo>
                <a:lnTo>
                  <a:pt x="0" y="146442"/>
                </a:lnTo>
                <a:lnTo>
                  <a:pt x="5750" y="115443"/>
                </a:lnTo>
                <a:lnTo>
                  <a:pt x="27669" y="69117"/>
                </a:lnTo>
                <a:lnTo>
                  <a:pt x="61725" y="33235"/>
                </a:lnTo>
                <a:lnTo>
                  <a:pt x="104651" y="9597"/>
                </a:lnTo>
                <a:lnTo>
                  <a:pt x="153181" y="0"/>
                </a:lnTo>
                <a:lnTo>
                  <a:pt x="204049" y="6243"/>
                </a:lnTo>
                <a:lnTo>
                  <a:pt x="250375" y="28162"/>
                </a:lnTo>
                <a:lnTo>
                  <a:pt x="286257" y="62218"/>
                </a:lnTo>
                <a:lnTo>
                  <a:pt x="309895" y="105144"/>
                </a:lnTo>
                <a:lnTo>
                  <a:pt x="319493" y="153674"/>
                </a:lnTo>
                <a:lnTo>
                  <a:pt x="313249" y="204543"/>
                </a:lnTo>
                <a:lnTo>
                  <a:pt x="291330" y="250868"/>
                </a:lnTo>
                <a:lnTo>
                  <a:pt x="257275" y="286750"/>
                </a:lnTo>
                <a:lnTo>
                  <a:pt x="214348" y="310388"/>
                </a:lnTo>
                <a:lnTo>
                  <a:pt x="165818" y="319985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47800" y="2704287"/>
            <a:ext cx="635635" cy="635635"/>
          </a:xfrm>
          <a:custGeom>
            <a:avLst/>
            <a:gdLst/>
            <a:ahLst/>
            <a:cxnLst/>
            <a:rect l="l" t="t" r="r" b="b"/>
            <a:pathLst>
              <a:path w="635634" h="635635">
                <a:moveTo>
                  <a:pt x="635228" y="317614"/>
                </a:moveTo>
                <a:lnTo>
                  <a:pt x="633552" y="294830"/>
                </a:lnTo>
                <a:lnTo>
                  <a:pt x="632358" y="274955"/>
                </a:lnTo>
                <a:lnTo>
                  <a:pt x="631952" y="273088"/>
                </a:lnTo>
                <a:lnTo>
                  <a:pt x="631786" y="270675"/>
                </a:lnTo>
                <a:lnTo>
                  <a:pt x="626110" y="245325"/>
                </a:lnTo>
                <a:lnTo>
                  <a:pt x="622833" y="229692"/>
                </a:lnTo>
                <a:lnTo>
                  <a:pt x="622312" y="228295"/>
                </a:lnTo>
                <a:lnTo>
                  <a:pt x="621779" y="225882"/>
                </a:lnTo>
                <a:lnTo>
                  <a:pt x="611365" y="198615"/>
                </a:lnTo>
                <a:lnTo>
                  <a:pt x="606996" y="186715"/>
                </a:lnTo>
                <a:lnTo>
                  <a:pt x="606475" y="185775"/>
                </a:lnTo>
                <a:lnTo>
                  <a:pt x="605701" y="183718"/>
                </a:lnTo>
                <a:lnTo>
                  <a:pt x="590918" y="157060"/>
                </a:lnTo>
                <a:lnTo>
                  <a:pt x="585279" y="146634"/>
                </a:lnTo>
                <a:lnTo>
                  <a:pt x="584771" y="145961"/>
                </a:lnTo>
                <a:lnTo>
                  <a:pt x="584060" y="144665"/>
                </a:lnTo>
                <a:lnTo>
                  <a:pt x="565683" y="120332"/>
                </a:lnTo>
                <a:lnTo>
                  <a:pt x="558050" y="110070"/>
                </a:lnTo>
                <a:lnTo>
                  <a:pt x="557618" y="109651"/>
                </a:lnTo>
                <a:lnTo>
                  <a:pt x="557314" y="109232"/>
                </a:lnTo>
                <a:lnTo>
                  <a:pt x="525995" y="77901"/>
                </a:lnTo>
                <a:lnTo>
                  <a:pt x="525830" y="77787"/>
                </a:lnTo>
                <a:lnTo>
                  <a:pt x="525703" y="77647"/>
                </a:lnTo>
                <a:lnTo>
                  <a:pt x="521182" y="74282"/>
                </a:lnTo>
                <a:lnTo>
                  <a:pt x="490550" y="51168"/>
                </a:lnTo>
                <a:lnTo>
                  <a:pt x="489356" y="50520"/>
                </a:lnTo>
                <a:lnTo>
                  <a:pt x="488645" y="49974"/>
                </a:lnTo>
                <a:lnTo>
                  <a:pt x="479755" y="45199"/>
                </a:lnTo>
                <a:lnTo>
                  <a:pt x="451510" y="29527"/>
                </a:lnTo>
                <a:lnTo>
                  <a:pt x="448716" y="28473"/>
                </a:lnTo>
                <a:lnTo>
                  <a:pt x="447255" y="27673"/>
                </a:lnTo>
                <a:lnTo>
                  <a:pt x="435622" y="23482"/>
                </a:lnTo>
                <a:lnTo>
                  <a:pt x="409346" y="13449"/>
                </a:lnTo>
                <a:lnTo>
                  <a:pt x="405549" y="12611"/>
                </a:lnTo>
                <a:lnTo>
                  <a:pt x="403047" y="11696"/>
                </a:lnTo>
                <a:lnTo>
                  <a:pt x="386689" y="8394"/>
                </a:lnTo>
                <a:lnTo>
                  <a:pt x="364553" y="3441"/>
                </a:lnTo>
                <a:lnTo>
                  <a:pt x="360921" y="3187"/>
                </a:lnTo>
                <a:lnTo>
                  <a:pt x="357720" y="2527"/>
                </a:lnTo>
                <a:lnTo>
                  <a:pt x="336143" y="1371"/>
                </a:lnTo>
                <a:lnTo>
                  <a:pt x="317614" y="0"/>
                </a:lnTo>
                <a:lnTo>
                  <a:pt x="314820" y="215"/>
                </a:lnTo>
                <a:lnTo>
                  <a:pt x="311988" y="50"/>
                </a:lnTo>
                <a:lnTo>
                  <a:pt x="289979" y="2032"/>
                </a:lnTo>
                <a:lnTo>
                  <a:pt x="270675" y="3441"/>
                </a:lnTo>
                <a:lnTo>
                  <a:pt x="268287" y="3975"/>
                </a:lnTo>
                <a:lnTo>
                  <a:pt x="266573" y="4127"/>
                </a:lnTo>
                <a:lnTo>
                  <a:pt x="250063" y="8051"/>
                </a:lnTo>
                <a:lnTo>
                  <a:pt x="225882" y="13449"/>
                </a:lnTo>
                <a:lnTo>
                  <a:pt x="223520" y="14351"/>
                </a:lnTo>
                <a:lnTo>
                  <a:pt x="222224" y="14655"/>
                </a:lnTo>
                <a:lnTo>
                  <a:pt x="209448" y="19723"/>
                </a:lnTo>
                <a:lnTo>
                  <a:pt x="183718" y="29527"/>
                </a:lnTo>
                <a:lnTo>
                  <a:pt x="181317" y="30861"/>
                </a:lnTo>
                <a:lnTo>
                  <a:pt x="179641" y="31521"/>
                </a:lnTo>
                <a:lnTo>
                  <a:pt x="167106" y="38735"/>
                </a:lnTo>
                <a:lnTo>
                  <a:pt x="144678" y="51168"/>
                </a:lnTo>
                <a:lnTo>
                  <a:pt x="142011" y="53187"/>
                </a:lnTo>
                <a:lnTo>
                  <a:pt x="139547" y="54597"/>
                </a:lnTo>
                <a:lnTo>
                  <a:pt x="127609" y="64046"/>
                </a:lnTo>
                <a:lnTo>
                  <a:pt x="109245" y="77901"/>
                </a:lnTo>
                <a:lnTo>
                  <a:pt x="105981" y="81165"/>
                </a:lnTo>
                <a:lnTo>
                  <a:pt x="102692" y="83769"/>
                </a:lnTo>
                <a:lnTo>
                  <a:pt x="103009" y="84137"/>
                </a:lnTo>
                <a:lnTo>
                  <a:pt x="77914" y="109232"/>
                </a:lnTo>
                <a:lnTo>
                  <a:pt x="51168" y="144665"/>
                </a:lnTo>
                <a:lnTo>
                  <a:pt x="29527" y="183718"/>
                </a:lnTo>
                <a:lnTo>
                  <a:pt x="13449" y="225882"/>
                </a:lnTo>
                <a:lnTo>
                  <a:pt x="3454" y="270675"/>
                </a:lnTo>
                <a:lnTo>
                  <a:pt x="0" y="317614"/>
                </a:lnTo>
                <a:lnTo>
                  <a:pt x="3454" y="364540"/>
                </a:lnTo>
                <a:lnTo>
                  <a:pt x="13449" y="409346"/>
                </a:lnTo>
                <a:lnTo>
                  <a:pt x="29527" y="451510"/>
                </a:lnTo>
                <a:lnTo>
                  <a:pt x="51168" y="490550"/>
                </a:lnTo>
                <a:lnTo>
                  <a:pt x="77914" y="525983"/>
                </a:lnTo>
                <a:lnTo>
                  <a:pt x="109245" y="557314"/>
                </a:lnTo>
                <a:lnTo>
                  <a:pt x="144678" y="584047"/>
                </a:lnTo>
                <a:lnTo>
                  <a:pt x="183718" y="605701"/>
                </a:lnTo>
                <a:lnTo>
                  <a:pt x="225882" y="621779"/>
                </a:lnTo>
                <a:lnTo>
                  <a:pt x="270675" y="631774"/>
                </a:lnTo>
                <a:lnTo>
                  <a:pt x="317614" y="635215"/>
                </a:lnTo>
                <a:lnTo>
                  <a:pt x="367601" y="631266"/>
                </a:lnTo>
                <a:lnTo>
                  <a:pt x="415899" y="619633"/>
                </a:lnTo>
                <a:lnTo>
                  <a:pt x="461670" y="600671"/>
                </a:lnTo>
                <a:lnTo>
                  <a:pt x="504050" y="574738"/>
                </a:lnTo>
                <a:lnTo>
                  <a:pt x="542201" y="542201"/>
                </a:lnTo>
                <a:lnTo>
                  <a:pt x="574751" y="504050"/>
                </a:lnTo>
                <a:lnTo>
                  <a:pt x="600671" y="461670"/>
                </a:lnTo>
                <a:lnTo>
                  <a:pt x="619633" y="415899"/>
                </a:lnTo>
                <a:lnTo>
                  <a:pt x="631266" y="367601"/>
                </a:lnTo>
                <a:lnTo>
                  <a:pt x="634885" y="321881"/>
                </a:lnTo>
                <a:lnTo>
                  <a:pt x="635190" y="321881"/>
                </a:lnTo>
                <a:lnTo>
                  <a:pt x="635050" y="319735"/>
                </a:lnTo>
                <a:lnTo>
                  <a:pt x="635228" y="317614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60957" y="1817775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195932" y="396597"/>
                </a:moveTo>
                <a:lnTo>
                  <a:pt x="152286" y="391202"/>
                </a:lnTo>
                <a:lnTo>
                  <a:pt x="109918" y="375805"/>
                </a:lnTo>
                <a:lnTo>
                  <a:pt x="72101" y="351270"/>
                </a:lnTo>
                <a:lnTo>
                  <a:pt x="41497" y="319688"/>
                </a:lnTo>
                <a:lnTo>
                  <a:pt x="18809" y="282558"/>
                </a:lnTo>
                <a:lnTo>
                  <a:pt x="4742" y="241383"/>
                </a:lnTo>
                <a:lnTo>
                  <a:pt x="0" y="197661"/>
                </a:lnTo>
                <a:lnTo>
                  <a:pt x="5286" y="152893"/>
                </a:lnTo>
                <a:lnTo>
                  <a:pt x="20511" y="110463"/>
                </a:lnTo>
                <a:lnTo>
                  <a:pt x="44246" y="73440"/>
                </a:lnTo>
                <a:lnTo>
                  <a:pt x="75194" y="42853"/>
                </a:lnTo>
                <a:lnTo>
                  <a:pt x="112054" y="19732"/>
                </a:lnTo>
                <a:lnTo>
                  <a:pt x="153528" y="5104"/>
                </a:lnTo>
                <a:lnTo>
                  <a:pt x="198317" y="0"/>
                </a:lnTo>
                <a:lnTo>
                  <a:pt x="198317" y="198299"/>
                </a:lnTo>
                <a:lnTo>
                  <a:pt x="356577" y="78814"/>
                </a:lnTo>
                <a:lnTo>
                  <a:pt x="379491" y="117635"/>
                </a:lnTo>
                <a:lnTo>
                  <a:pt x="392807" y="159549"/>
                </a:lnTo>
                <a:lnTo>
                  <a:pt x="396564" y="202898"/>
                </a:lnTo>
                <a:lnTo>
                  <a:pt x="390801" y="246027"/>
                </a:lnTo>
                <a:lnTo>
                  <a:pt x="375555" y="287279"/>
                </a:lnTo>
                <a:lnTo>
                  <a:pt x="350866" y="324995"/>
                </a:lnTo>
                <a:lnTo>
                  <a:pt x="318323" y="356189"/>
                </a:lnTo>
                <a:lnTo>
                  <a:pt x="280572" y="378749"/>
                </a:lnTo>
                <a:lnTo>
                  <a:pt x="239234" y="392332"/>
                </a:lnTo>
                <a:lnTo>
                  <a:pt x="195932" y="396597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76628" y="303174"/>
            <a:ext cx="625475" cy="624840"/>
          </a:xfrm>
          <a:custGeom>
            <a:avLst/>
            <a:gdLst/>
            <a:ahLst/>
            <a:cxnLst/>
            <a:rect l="l" t="t" r="r" b="b"/>
            <a:pathLst>
              <a:path w="625475" h="624840">
                <a:moveTo>
                  <a:pt x="625284" y="304914"/>
                </a:moveTo>
                <a:lnTo>
                  <a:pt x="624306" y="295554"/>
                </a:lnTo>
                <a:lnTo>
                  <a:pt x="624090" y="284657"/>
                </a:lnTo>
                <a:lnTo>
                  <a:pt x="621487" y="268516"/>
                </a:lnTo>
                <a:lnTo>
                  <a:pt x="620191" y="255993"/>
                </a:lnTo>
                <a:lnTo>
                  <a:pt x="618426" y="249466"/>
                </a:lnTo>
                <a:lnTo>
                  <a:pt x="617169" y="241604"/>
                </a:lnTo>
                <a:lnTo>
                  <a:pt x="610285" y="219252"/>
                </a:lnTo>
                <a:lnTo>
                  <a:pt x="607110" y="207416"/>
                </a:lnTo>
                <a:lnTo>
                  <a:pt x="605688" y="204266"/>
                </a:lnTo>
                <a:lnTo>
                  <a:pt x="604329" y="199834"/>
                </a:lnTo>
                <a:lnTo>
                  <a:pt x="588365" y="165798"/>
                </a:lnTo>
                <a:lnTo>
                  <a:pt x="586460" y="161556"/>
                </a:lnTo>
                <a:lnTo>
                  <a:pt x="586181" y="161150"/>
                </a:lnTo>
                <a:lnTo>
                  <a:pt x="585673" y="160045"/>
                </a:lnTo>
                <a:lnTo>
                  <a:pt x="561314" y="122910"/>
                </a:lnTo>
                <a:lnTo>
                  <a:pt x="560057" y="121513"/>
                </a:lnTo>
                <a:lnTo>
                  <a:pt x="559396" y="120484"/>
                </a:lnTo>
                <a:lnTo>
                  <a:pt x="551459" y="111798"/>
                </a:lnTo>
                <a:lnTo>
                  <a:pt x="531355" y="89090"/>
                </a:lnTo>
                <a:lnTo>
                  <a:pt x="528751" y="86906"/>
                </a:lnTo>
                <a:lnTo>
                  <a:pt x="526707" y="84658"/>
                </a:lnTo>
                <a:lnTo>
                  <a:pt x="513168" y="73799"/>
                </a:lnTo>
                <a:lnTo>
                  <a:pt x="495909" y="59270"/>
                </a:lnTo>
                <a:lnTo>
                  <a:pt x="492315" y="57061"/>
                </a:lnTo>
                <a:lnTo>
                  <a:pt x="489178" y="54533"/>
                </a:lnTo>
                <a:lnTo>
                  <a:pt x="474789" y="46253"/>
                </a:lnTo>
                <a:lnTo>
                  <a:pt x="456488" y="34950"/>
                </a:lnTo>
                <a:lnTo>
                  <a:pt x="451383" y="32766"/>
                </a:lnTo>
                <a:lnTo>
                  <a:pt x="447573" y="30556"/>
                </a:lnTo>
                <a:lnTo>
                  <a:pt x="434695" y="25577"/>
                </a:lnTo>
                <a:lnTo>
                  <a:pt x="414985" y="17081"/>
                </a:lnTo>
                <a:lnTo>
                  <a:pt x="407860" y="15176"/>
                </a:lnTo>
                <a:lnTo>
                  <a:pt x="402691" y="13169"/>
                </a:lnTo>
                <a:lnTo>
                  <a:pt x="390296" y="10477"/>
                </a:lnTo>
                <a:lnTo>
                  <a:pt x="372071" y="5588"/>
                </a:lnTo>
                <a:lnTo>
                  <a:pt x="362699" y="4470"/>
                </a:lnTo>
                <a:lnTo>
                  <a:pt x="355295" y="2844"/>
                </a:lnTo>
                <a:lnTo>
                  <a:pt x="343750" y="2184"/>
                </a:lnTo>
                <a:lnTo>
                  <a:pt x="328434" y="330"/>
                </a:lnTo>
                <a:lnTo>
                  <a:pt x="316141" y="584"/>
                </a:lnTo>
                <a:lnTo>
                  <a:pt x="306184" y="0"/>
                </a:lnTo>
                <a:lnTo>
                  <a:pt x="296735" y="977"/>
                </a:lnTo>
                <a:lnTo>
                  <a:pt x="284746" y="1206"/>
                </a:lnTo>
                <a:lnTo>
                  <a:pt x="267881" y="3924"/>
                </a:lnTo>
                <a:lnTo>
                  <a:pt x="256133" y="5118"/>
                </a:lnTo>
                <a:lnTo>
                  <a:pt x="249720" y="6845"/>
                </a:lnTo>
                <a:lnTo>
                  <a:pt x="241681" y="8128"/>
                </a:lnTo>
                <a:lnTo>
                  <a:pt x="219671" y="14884"/>
                </a:lnTo>
                <a:lnTo>
                  <a:pt x="207543" y="18135"/>
                </a:lnTo>
                <a:lnTo>
                  <a:pt x="204152" y="19659"/>
                </a:lnTo>
                <a:lnTo>
                  <a:pt x="199910" y="20955"/>
                </a:lnTo>
                <a:lnTo>
                  <a:pt x="171500" y="34277"/>
                </a:lnTo>
                <a:lnTo>
                  <a:pt x="162648" y="38239"/>
                </a:lnTo>
                <a:lnTo>
                  <a:pt x="161632" y="38912"/>
                </a:lnTo>
                <a:lnTo>
                  <a:pt x="160121" y="39611"/>
                </a:lnTo>
                <a:lnTo>
                  <a:pt x="122974" y="63969"/>
                </a:lnTo>
                <a:lnTo>
                  <a:pt x="122224" y="64643"/>
                </a:lnTo>
                <a:lnTo>
                  <a:pt x="122034" y="64757"/>
                </a:lnTo>
                <a:lnTo>
                  <a:pt x="119062" y="67437"/>
                </a:lnTo>
                <a:lnTo>
                  <a:pt x="89154" y="93916"/>
                </a:lnTo>
                <a:lnTo>
                  <a:pt x="87579" y="95783"/>
                </a:lnTo>
                <a:lnTo>
                  <a:pt x="86271" y="96964"/>
                </a:lnTo>
                <a:lnTo>
                  <a:pt x="76161" y="109347"/>
                </a:lnTo>
                <a:lnTo>
                  <a:pt x="59321" y="129362"/>
                </a:lnTo>
                <a:lnTo>
                  <a:pt x="57797" y="131851"/>
                </a:lnTo>
                <a:lnTo>
                  <a:pt x="55918" y="134162"/>
                </a:lnTo>
                <a:lnTo>
                  <a:pt x="43129" y="155930"/>
                </a:lnTo>
                <a:lnTo>
                  <a:pt x="33642" y="171513"/>
                </a:lnTo>
                <a:lnTo>
                  <a:pt x="32829" y="173469"/>
                </a:lnTo>
                <a:lnTo>
                  <a:pt x="31546" y="175666"/>
                </a:lnTo>
                <a:lnTo>
                  <a:pt x="22123" y="199517"/>
                </a:lnTo>
                <a:lnTo>
                  <a:pt x="15049" y="216750"/>
                </a:lnTo>
                <a:lnTo>
                  <a:pt x="14617" y="218541"/>
                </a:lnTo>
                <a:lnTo>
                  <a:pt x="13741" y="220776"/>
                </a:lnTo>
                <a:lnTo>
                  <a:pt x="8623" y="243776"/>
                </a:lnTo>
                <a:lnTo>
                  <a:pt x="3771" y="264185"/>
                </a:lnTo>
                <a:lnTo>
                  <a:pt x="3594" y="266344"/>
                </a:lnTo>
                <a:lnTo>
                  <a:pt x="3060" y="268782"/>
                </a:lnTo>
                <a:lnTo>
                  <a:pt x="1854" y="288912"/>
                </a:lnTo>
                <a:lnTo>
                  <a:pt x="0" y="312940"/>
                </a:lnTo>
                <a:lnTo>
                  <a:pt x="241" y="315976"/>
                </a:lnTo>
                <a:lnTo>
                  <a:pt x="63" y="318985"/>
                </a:lnTo>
                <a:lnTo>
                  <a:pt x="482" y="318985"/>
                </a:lnTo>
                <a:lnTo>
                  <a:pt x="3962" y="362127"/>
                </a:lnTo>
                <a:lnTo>
                  <a:pt x="15608" y="410095"/>
                </a:lnTo>
                <a:lnTo>
                  <a:pt x="34455" y="455218"/>
                </a:lnTo>
                <a:lnTo>
                  <a:pt x="60020" y="496735"/>
                </a:lnTo>
                <a:lnTo>
                  <a:pt x="91846" y="533882"/>
                </a:lnTo>
                <a:lnTo>
                  <a:pt x="129425" y="565873"/>
                </a:lnTo>
                <a:lnTo>
                  <a:pt x="168846" y="590194"/>
                </a:lnTo>
                <a:lnTo>
                  <a:pt x="210350" y="608050"/>
                </a:lnTo>
                <a:lnTo>
                  <a:pt x="253263" y="619556"/>
                </a:lnTo>
                <a:lnTo>
                  <a:pt x="296900" y="624814"/>
                </a:lnTo>
                <a:lnTo>
                  <a:pt x="340588" y="623938"/>
                </a:lnTo>
                <a:lnTo>
                  <a:pt x="383654" y="617016"/>
                </a:lnTo>
                <a:lnTo>
                  <a:pt x="425424" y="604177"/>
                </a:lnTo>
                <a:lnTo>
                  <a:pt x="463727" y="586232"/>
                </a:lnTo>
                <a:lnTo>
                  <a:pt x="463956" y="586130"/>
                </a:lnTo>
                <a:lnTo>
                  <a:pt x="465213" y="585533"/>
                </a:lnTo>
                <a:lnTo>
                  <a:pt x="502361" y="561174"/>
                </a:lnTo>
                <a:lnTo>
                  <a:pt x="504304" y="559460"/>
                </a:lnTo>
                <a:lnTo>
                  <a:pt x="505714" y="558520"/>
                </a:lnTo>
                <a:lnTo>
                  <a:pt x="514858" y="550100"/>
                </a:lnTo>
                <a:lnTo>
                  <a:pt x="536181" y="531215"/>
                </a:lnTo>
                <a:lnTo>
                  <a:pt x="538924" y="527964"/>
                </a:lnTo>
                <a:lnTo>
                  <a:pt x="541909" y="525208"/>
                </a:lnTo>
                <a:lnTo>
                  <a:pt x="552742" y="511530"/>
                </a:lnTo>
                <a:lnTo>
                  <a:pt x="566013" y="495769"/>
                </a:lnTo>
                <a:lnTo>
                  <a:pt x="568731" y="491350"/>
                </a:lnTo>
                <a:lnTo>
                  <a:pt x="572033" y="487197"/>
                </a:lnTo>
                <a:lnTo>
                  <a:pt x="580059" y="473011"/>
                </a:lnTo>
                <a:lnTo>
                  <a:pt x="590346" y="456361"/>
                </a:lnTo>
                <a:lnTo>
                  <a:pt x="593039" y="450100"/>
                </a:lnTo>
                <a:lnTo>
                  <a:pt x="595744" y="445325"/>
                </a:lnTo>
                <a:lnTo>
                  <a:pt x="600481" y="432803"/>
                </a:lnTo>
                <a:lnTo>
                  <a:pt x="608203" y="414858"/>
                </a:lnTo>
                <a:lnTo>
                  <a:pt x="610463" y="406412"/>
                </a:lnTo>
                <a:lnTo>
                  <a:pt x="612736" y="400418"/>
                </a:lnTo>
                <a:lnTo>
                  <a:pt x="615188" y="388810"/>
                </a:lnTo>
                <a:lnTo>
                  <a:pt x="619709" y="371970"/>
                </a:lnTo>
                <a:lnTo>
                  <a:pt x="620966" y="361480"/>
                </a:lnTo>
                <a:lnTo>
                  <a:pt x="622693" y="353339"/>
                </a:lnTo>
                <a:lnTo>
                  <a:pt x="623277" y="342303"/>
                </a:lnTo>
                <a:lnTo>
                  <a:pt x="624967" y="328333"/>
                </a:lnTo>
                <a:lnTo>
                  <a:pt x="624700" y="315620"/>
                </a:lnTo>
                <a:lnTo>
                  <a:pt x="625284" y="304914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70420" y="348098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57898" y="319896"/>
                </a:moveTo>
                <a:lnTo>
                  <a:pt x="114862" y="313563"/>
                </a:lnTo>
                <a:lnTo>
                  <a:pt x="159412" y="159813"/>
                </a:lnTo>
                <a:lnTo>
                  <a:pt x="9863" y="216900"/>
                </a:lnTo>
                <a:lnTo>
                  <a:pt x="0" y="174533"/>
                </a:lnTo>
                <a:lnTo>
                  <a:pt x="1736" y="132186"/>
                </a:lnTo>
                <a:lnTo>
                  <a:pt x="14378" y="92063"/>
                </a:lnTo>
                <a:lnTo>
                  <a:pt x="37230" y="56369"/>
                </a:lnTo>
                <a:lnTo>
                  <a:pt x="69599" y="27309"/>
                </a:lnTo>
                <a:lnTo>
                  <a:pt x="108581" y="8006"/>
                </a:lnTo>
                <a:lnTo>
                  <a:pt x="150200" y="0"/>
                </a:lnTo>
                <a:lnTo>
                  <a:pt x="192152" y="3118"/>
                </a:lnTo>
                <a:lnTo>
                  <a:pt x="232130" y="17190"/>
                </a:lnTo>
                <a:lnTo>
                  <a:pt x="267830" y="42045"/>
                </a:lnTo>
                <a:lnTo>
                  <a:pt x="295546" y="75571"/>
                </a:lnTo>
                <a:lnTo>
                  <a:pt x="312870" y="114252"/>
                </a:lnTo>
                <a:lnTo>
                  <a:pt x="319440" y="155803"/>
                </a:lnTo>
                <a:lnTo>
                  <a:pt x="314896" y="197942"/>
                </a:lnTo>
                <a:lnTo>
                  <a:pt x="298876" y="238384"/>
                </a:lnTo>
                <a:lnTo>
                  <a:pt x="272587" y="273041"/>
                </a:lnTo>
                <a:lnTo>
                  <a:pt x="238900" y="298761"/>
                </a:lnTo>
                <a:lnTo>
                  <a:pt x="199958" y="314671"/>
                </a:lnTo>
                <a:lnTo>
                  <a:pt x="157898" y="319896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1752767" y="590816"/>
            <a:ext cx="5168900" cy="1305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0510">
              <a:lnSpc>
                <a:spcPct val="100000"/>
              </a:lnSpc>
              <a:spcBef>
                <a:spcPts val="100"/>
              </a:spcBef>
            </a:pPr>
            <a:r>
              <a:rPr sz="2800" spc="-10" dirty="0"/>
              <a:t>Implementation</a:t>
            </a:r>
            <a:r>
              <a:rPr sz="2800" spc="-75" dirty="0"/>
              <a:t> </a:t>
            </a:r>
            <a:r>
              <a:rPr sz="2800" dirty="0"/>
              <a:t>of</a:t>
            </a:r>
            <a:r>
              <a:rPr sz="2800" spc="-70" dirty="0"/>
              <a:t> </a:t>
            </a:r>
            <a:r>
              <a:rPr sz="2800" spc="-10" dirty="0"/>
              <a:t>Selective </a:t>
            </a:r>
            <a:r>
              <a:rPr sz="2800" spc="-25" dirty="0"/>
              <a:t>Compliance</a:t>
            </a:r>
            <a:r>
              <a:rPr sz="2800" spc="-135" dirty="0"/>
              <a:t> </a:t>
            </a:r>
            <a:r>
              <a:rPr sz="2800" dirty="0"/>
              <a:t>Assembly</a:t>
            </a:r>
            <a:r>
              <a:rPr sz="2800" spc="35" dirty="0"/>
              <a:t> </a:t>
            </a:r>
            <a:r>
              <a:rPr sz="2800" spc="-20" dirty="0"/>
              <a:t>Robot</a:t>
            </a:r>
            <a:r>
              <a:rPr sz="2800" spc="-130" dirty="0"/>
              <a:t> </a:t>
            </a:r>
            <a:r>
              <a:rPr sz="2800" spc="-25" dirty="0"/>
              <a:t>Arm</a:t>
            </a:r>
            <a:endParaRPr sz="2800"/>
          </a:p>
          <a:p>
            <a:pPr marL="1905" algn="ctr">
              <a:lnSpc>
                <a:spcPct val="100000"/>
              </a:lnSpc>
            </a:pPr>
            <a:r>
              <a:rPr sz="2800" spc="-10" dirty="0"/>
              <a:t>(SCARA)</a:t>
            </a:r>
            <a:endParaRPr sz="2800"/>
          </a:p>
        </p:txBody>
      </p:sp>
      <p:sp>
        <p:nvSpPr>
          <p:cNvPr id="18" name="object 18"/>
          <p:cNvSpPr txBox="1"/>
          <p:nvPr/>
        </p:nvSpPr>
        <p:spPr>
          <a:xfrm>
            <a:off x="5257800" y="3257550"/>
            <a:ext cx="3777615" cy="1243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Georgia" panose="02040502050405020303"/>
                <a:cs typeface="Georgia" panose="02040502050405020303"/>
              </a:rPr>
              <a:t>Presented</a:t>
            </a:r>
            <a:r>
              <a:rPr sz="1600" spc="-30" dirty="0">
                <a:latin typeface="Georgia" panose="02040502050405020303"/>
                <a:cs typeface="Georgia" panose="02040502050405020303"/>
              </a:rPr>
              <a:t> </a:t>
            </a:r>
            <a:r>
              <a:rPr sz="1600" spc="-25" dirty="0">
                <a:latin typeface="Georgia" panose="02040502050405020303"/>
                <a:cs typeface="Georgia" panose="02040502050405020303"/>
              </a:rPr>
              <a:t>By:</a:t>
            </a:r>
            <a:endParaRPr sz="1600">
              <a:latin typeface="Georgia" panose="02040502050405020303"/>
              <a:cs typeface="Georgia" panose="02040502050405020303"/>
            </a:endParaRPr>
          </a:p>
          <a:p>
            <a:pPr marL="682625" indent="-189865">
              <a:lnSpc>
                <a:spcPct val="100000"/>
              </a:lnSpc>
              <a:buAutoNum type="arabicPeriod"/>
              <a:tabLst>
                <a:tab pos="682625" algn="l"/>
              </a:tabLst>
            </a:pPr>
            <a:r>
              <a:rPr sz="1600" dirty="0">
                <a:latin typeface="Georgia" panose="02040502050405020303"/>
                <a:cs typeface="Georgia" panose="02040502050405020303"/>
              </a:rPr>
              <a:t>A</a:t>
            </a:r>
            <a:r>
              <a:rPr lang="en-US" altLang="en-US" sz="1600" dirty="0">
                <a:latin typeface="Georgia" panose="02040502050405020303"/>
                <a:cs typeface="Georgia" panose="02040502050405020303"/>
              </a:rPr>
              <a:t>swathi Anil-11</a:t>
            </a:r>
          </a:p>
          <a:p>
            <a:pPr marL="682625" indent="-189865">
              <a:lnSpc>
                <a:spcPct val="100000"/>
              </a:lnSpc>
              <a:buAutoNum type="arabicPeriod"/>
              <a:tabLst>
                <a:tab pos="682625" algn="l"/>
              </a:tabLst>
            </a:pPr>
            <a:r>
              <a:rPr lang="en-US" altLang="en-US" sz="1600" dirty="0">
                <a:latin typeface="Georgia" panose="02040502050405020303"/>
                <a:cs typeface="Georgia" panose="02040502050405020303"/>
              </a:rPr>
              <a:t>Amisha Sarup A-08</a:t>
            </a:r>
          </a:p>
          <a:p>
            <a:pPr marL="682625" indent="-189865">
              <a:lnSpc>
                <a:spcPct val="100000"/>
              </a:lnSpc>
              <a:buAutoNum type="arabicPeriod"/>
              <a:tabLst>
                <a:tab pos="682625" algn="l"/>
              </a:tabLst>
            </a:pPr>
            <a:r>
              <a:rPr lang="en-US" altLang="en-US" sz="1600" dirty="0">
                <a:latin typeface="Georgia" panose="02040502050405020303"/>
                <a:cs typeface="Georgia" panose="02040502050405020303"/>
              </a:rPr>
              <a:t>Fatimath Shana AP-19</a:t>
            </a:r>
          </a:p>
          <a:p>
            <a:pPr marL="682625" indent="-189865">
              <a:lnSpc>
                <a:spcPct val="100000"/>
              </a:lnSpc>
              <a:buAutoNum type="arabicPeriod"/>
              <a:tabLst>
                <a:tab pos="682625" algn="l"/>
              </a:tabLst>
            </a:pPr>
            <a:r>
              <a:rPr lang="en-US" altLang="en-US" sz="1600" dirty="0">
                <a:latin typeface="Georgia" panose="02040502050405020303"/>
                <a:cs typeface="Georgia" panose="02040502050405020303"/>
              </a:rPr>
              <a:t>Ayisha Ziya-14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38483" y="4816095"/>
            <a:ext cx="551942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40" dirty="0">
                <a:latin typeface="Arial MT"/>
                <a:cs typeface="Arial MT"/>
              </a:rPr>
              <a:t>DEPARTMENT</a:t>
            </a:r>
            <a:r>
              <a:rPr sz="1300" dirty="0">
                <a:latin typeface="Arial MT"/>
                <a:cs typeface="Arial MT"/>
              </a:rPr>
              <a:t> </a:t>
            </a:r>
            <a:r>
              <a:rPr sz="1300" spc="-50" dirty="0">
                <a:latin typeface="Arial MT"/>
                <a:cs typeface="Arial MT"/>
              </a:rPr>
              <a:t>OF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55" dirty="0">
                <a:latin typeface="Arial MT"/>
                <a:cs typeface="Arial MT"/>
              </a:rPr>
              <a:t>ELECTRONICS</a:t>
            </a:r>
            <a:r>
              <a:rPr sz="1300" dirty="0">
                <a:latin typeface="Arial MT"/>
                <a:cs typeface="Arial MT"/>
              </a:rPr>
              <a:t> AND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COMMUNICATION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ENGINEERING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62278" y="2342943"/>
            <a:ext cx="3637279" cy="671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 algn="ctr">
              <a:lnSpc>
                <a:spcPct val="100000"/>
              </a:lnSpc>
              <a:spcBef>
                <a:spcPts val="100"/>
              </a:spcBef>
            </a:pPr>
            <a:r>
              <a:rPr sz="2900" b="1" spc="-20" dirty="0">
                <a:latin typeface="Times New Roman" panose="02020603050405020304"/>
                <a:cs typeface="Times New Roman" panose="02020603050405020304"/>
              </a:rPr>
              <a:t>GROUP</a:t>
            </a:r>
            <a:r>
              <a:rPr sz="2900" b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2900" b="1" spc="-130" dirty="0">
                <a:latin typeface="Times New Roman" panose="02020603050405020304"/>
                <a:cs typeface="Times New Roman" panose="02020603050405020304"/>
              </a:rPr>
              <a:t>6</a:t>
            </a:r>
          </a:p>
          <a:p>
            <a:pPr marL="62865" algn="ctr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 MT"/>
                <a:cs typeface="Arial MT"/>
              </a:rPr>
              <a:t>(S6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70" dirty="0">
                <a:latin typeface="Arial MT"/>
                <a:cs typeface="Arial MT"/>
              </a:rPr>
              <a:t>B.Tech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Robotics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And</a:t>
            </a:r>
            <a:r>
              <a:rPr sz="1300" spc="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Artificial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Intelligence)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43000" y="4453712"/>
            <a:ext cx="316865" cy="688975"/>
          </a:xfrm>
          <a:custGeom>
            <a:avLst/>
            <a:gdLst/>
            <a:ahLst/>
            <a:cxnLst/>
            <a:rect l="l" t="t" r="r" b="b"/>
            <a:pathLst>
              <a:path w="316865" h="688975">
                <a:moveTo>
                  <a:pt x="316801" y="158407"/>
                </a:moveTo>
                <a:lnTo>
                  <a:pt x="304736" y="97790"/>
                </a:lnTo>
                <a:lnTo>
                  <a:pt x="270395" y="46393"/>
                </a:lnTo>
                <a:lnTo>
                  <a:pt x="219011" y="12065"/>
                </a:lnTo>
                <a:lnTo>
                  <a:pt x="158394" y="0"/>
                </a:lnTo>
                <a:lnTo>
                  <a:pt x="108331" y="8077"/>
                </a:lnTo>
                <a:lnTo>
                  <a:pt x="64846" y="30568"/>
                </a:lnTo>
                <a:lnTo>
                  <a:pt x="30556" y="64858"/>
                </a:lnTo>
                <a:lnTo>
                  <a:pt x="8077" y="108343"/>
                </a:lnTo>
                <a:lnTo>
                  <a:pt x="0" y="158407"/>
                </a:lnTo>
                <a:lnTo>
                  <a:pt x="0" y="506412"/>
                </a:lnTo>
                <a:lnTo>
                  <a:pt x="0" y="688505"/>
                </a:lnTo>
                <a:lnTo>
                  <a:pt x="316801" y="688517"/>
                </a:lnTo>
                <a:lnTo>
                  <a:pt x="316801" y="506412"/>
                </a:lnTo>
                <a:lnTo>
                  <a:pt x="316801" y="158407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01203" y="4105706"/>
            <a:ext cx="316865" cy="1036955"/>
          </a:xfrm>
          <a:custGeom>
            <a:avLst/>
            <a:gdLst/>
            <a:ahLst/>
            <a:cxnLst/>
            <a:rect l="l" t="t" r="r" b="b"/>
            <a:pathLst>
              <a:path w="316865" h="1036954">
                <a:moveTo>
                  <a:pt x="316801" y="158394"/>
                </a:moveTo>
                <a:lnTo>
                  <a:pt x="304736" y="97777"/>
                </a:lnTo>
                <a:lnTo>
                  <a:pt x="270408" y="46393"/>
                </a:lnTo>
                <a:lnTo>
                  <a:pt x="219011" y="12052"/>
                </a:lnTo>
                <a:lnTo>
                  <a:pt x="158394" y="0"/>
                </a:lnTo>
                <a:lnTo>
                  <a:pt x="108331" y="8077"/>
                </a:lnTo>
                <a:lnTo>
                  <a:pt x="64846" y="30556"/>
                </a:lnTo>
                <a:lnTo>
                  <a:pt x="30556" y="64846"/>
                </a:lnTo>
                <a:lnTo>
                  <a:pt x="8077" y="108331"/>
                </a:lnTo>
                <a:lnTo>
                  <a:pt x="0" y="158394"/>
                </a:lnTo>
                <a:lnTo>
                  <a:pt x="0" y="506412"/>
                </a:lnTo>
                <a:lnTo>
                  <a:pt x="0" y="854417"/>
                </a:lnTo>
                <a:lnTo>
                  <a:pt x="0" y="1036497"/>
                </a:lnTo>
                <a:lnTo>
                  <a:pt x="316801" y="1036523"/>
                </a:lnTo>
                <a:lnTo>
                  <a:pt x="316801" y="854417"/>
                </a:lnTo>
                <a:lnTo>
                  <a:pt x="316801" y="506412"/>
                </a:lnTo>
                <a:lnTo>
                  <a:pt x="316801" y="158394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259407" y="3757688"/>
            <a:ext cx="316865" cy="1384935"/>
          </a:xfrm>
          <a:custGeom>
            <a:avLst/>
            <a:gdLst/>
            <a:ahLst/>
            <a:cxnLst/>
            <a:rect l="l" t="t" r="r" b="b"/>
            <a:pathLst>
              <a:path w="316865" h="1384935">
                <a:moveTo>
                  <a:pt x="316801" y="158407"/>
                </a:moveTo>
                <a:lnTo>
                  <a:pt x="304749" y="97790"/>
                </a:lnTo>
                <a:lnTo>
                  <a:pt x="270408" y="46405"/>
                </a:lnTo>
                <a:lnTo>
                  <a:pt x="219024" y="12065"/>
                </a:lnTo>
                <a:lnTo>
                  <a:pt x="158407" y="0"/>
                </a:lnTo>
                <a:lnTo>
                  <a:pt x="108343" y="8077"/>
                </a:lnTo>
                <a:lnTo>
                  <a:pt x="64858" y="30568"/>
                </a:lnTo>
                <a:lnTo>
                  <a:pt x="30568" y="64858"/>
                </a:lnTo>
                <a:lnTo>
                  <a:pt x="8077" y="108343"/>
                </a:lnTo>
                <a:lnTo>
                  <a:pt x="0" y="158407"/>
                </a:lnTo>
                <a:lnTo>
                  <a:pt x="0" y="506412"/>
                </a:lnTo>
                <a:lnTo>
                  <a:pt x="0" y="854430"/>
                </a:lnTo>
                <a:lnTo>
                  <a:pt x="0" y="1384541"/>
                </a:lnTo>
                <a:lnTo>
                  <a:pt x="316801" y="1384541"/>
                </a:lnTo>
                <a:lnTo>
                  <a:pt x="316801" y="506412"/>
                </a:lnTo>
                <a:lnTo>
                  <a:pt x="316801" y="158407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717623" y="3409683"/>
            <a:ext cx="316865" cy="1732914"/>
          </a:xfrm>
          <a:custGeom>
            <a:avLst/>
            <a:gdLst/>
            <a:ahLst/>
            <a:cxnLst/>
            <a:rect l="l" t="t" r="r" b="b"/>
            <a:pathLst>
              <a:path w="316865" h="1732914">
                <a:moveTo>
                  <a:pt x="316801" y="158394"/>
                </a:moveTo>
                <a:lnTo>
                  <a:pt x="304736" y="97777"/>
                </a:lnTo>
                <a:lnTo>
                  <a:pt x="270395" y="46393"/>
                </a:lnTo>
                <a:lnTo>
                  <a:pt x="219011" y="12052"/>
                </a:lnTo>
                <a:lnTo>
                  <a:pt x="158394" y="0"/>
                </a:lnTo>
                <a:lnTo>
                  <a:pt x="108331" y="8077"/>
                </a:lnTo>
                <a:lnTo>
                  <a:pt x="64846" y="30556"/>
                </a:lnTo>
                <a:lnTo>
                  <a:pt x="30556" y="64846"/>
                </a:lnTo>
                <a:lnTo>
                  <a:pt x="8077" y="108331"/>
                </a:lnTo>
                <a:lnTo>
                  <a:pt x="0" y="158394"/>
                </a:lnTo>
                <a:lnTo>
                  <a:pt x="0" y="506412"/>
                </a:lnTo>
                <a:lnTo>
                  <a:pt x="0" y="854417"/>
                </a:lnTo>
                <a:lnTo>
                  <a:pt x="0" y="1732546"/>
                </a:lnTo>
                <a:lnTo>
                  <a:pt x="316801" y="1732546"/>
                </a:lnTo>
                <a:lnTo>
                  <a:pt x="316801" y="506412"/>
                </a:lnTo>
                <a:lnTo>
                  <a:pt x="316801" y="158394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460975" y="1817774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198299" y="396599"/>
                </a:moveTo>
                <a:lnTo>
                  <a:pt x="152831" y="391362"/>
                </a:lnTo>
                <a:lnTo>
                  <a:pt x="111092" y="376444"/>
                </a:lnTo>
                <a:lnTo>
                  <a:pt x="74273" y="353035"/>
                </a:lnTo>
                <a:lnTo>
                  <a:pt x="43564" y="322326"/>
                </a:lnTo>
                <a:lnTo>
                  <a:pt x="20155" y="285507"/>
                </a:lnTo>
                <a:lnTo>
                  <a:pt x="5237" y="243768"/>
                </a:lnTo>
                <a:lnTo>
                  <a:pt x="0" y="198299"/>
                </a:lnTo>
                <a:lnTo>
                  <a:pt x="5237" y="152831"/>
                </a:lnTo>
                <a:lnTo>
                  <a:pt x="20155" y="111092"/>
                </a:lnTo>
                <a:lnTo>
                  <a:pt x="43564" y="74273"/>
                </a:lnTo>
                <a:lnTo>
                  <a:pt x="74273" y="43564"/>
                </a:lnTo>
                <a:lnTo>
                  <a:pt x="111092" y="20155"/>
                </a:lnTo>
                <a:lnTo>
                  <a:pt x="152831" y="5237"/>
                </a:lnTo>
                <a:lnTo>
                  <a:pt x="198299" y="0"/>
                </a:lnTo>
                <a:lnTo>
                  <a:pt x="237167" y="3845"/>
                </a:lnTo>
                <a:lnTo>
                  <a:pt x="274186" y="15094"/>
                </a:lnTo>
                <a:lnTo>
                  <a:pt x="308316" y="33316"/>
                </a:lnTo>
                <a:lnTo>
                  <a:pt x="338519" y="58080"/>
                </a:lnTo>
                <a:lnTo>
                  <a:pt x="363283" y="88283"/>
                </a:lnTo>
                <a:lnTo>
                  <a:pt x="381505" y="122413"/>
                </a:lnTo>
                <a:lnTo>
                  <a:pt x="392754" y="159432"/>
                </a:lnTo>
                <a:lnTo>
                  <a:pt x="396599" y="198299"/>
                </a:lnTo>
                <a:lnTo>
                  <a:pt x="391362" y="243768"/>
                </a:lnTo>
                <a:lnTo>
                  <a:pt x="376444" y="285507"/>
                </a:lnTo>
                <a:lnTo>
                  <a:pt x="353035" y="322326"/>
                </a:lnTo>
                <a:lnTo>
                  <a:pt x="322326" y="353035"/>
                </a:lnTo>
                <a:lnTo>
                  <a:pt x="285507" y="376444"/>
                </a:lnTo>
                <a:lnTo>
                  <a:pt x="243768" y="391362"/>
                </a:lnTo>
                <a:lnTo>
                  <a:pt x="198299" y="396599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70332" y="348080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65818" y="319985"/>
                </a:moveTo>
                <a:lnTo>
                  <a:pt x="114949" y="313743"/>
                </a:lnTo>
                <a:lnTo>
                  <a:pt x="59503" y="284991"/>
                </a:lnTo>
                <a:lnTo>
                  <a:pt x="19281" y="237209"/>
                </a:lnTo>
                <a:lnTo>
                  <a:pt x="405" y="177671"/>
                </a:lnTo>
                <a:lnTo>
                  <a:pt x="0" y="146442"/>
                </a:lnTo>
                <a:lnTo>
                  <a:pt x="5750" y="115443"/>
                </a:lnTo>
                <a:lnTo>
                  <a:pt x="27669" y="69117"/>
                </a:lnTo>
                <a:lnTo>
                  <a:pt x="61725" y="33235"/>
                </a:lnTo>
                <a:lnTo>
                  <a:pt x="104651" y="9597"/>
                </a:lnTo>
                <a:lnTo>
                  <a:pt x="153181" y="0"/>
                </a:lnTo>
                <a:lnTo>
                  <a:pt x="204049" y="6243"/>
                </a:lnTo>
                <a:lnTo>
                  <a:pt x="250375" y="28162"/>
                </a:lnTo>
                <a:lnTo>
                  <a:pt x="286257" y="62218"/>
                </a:lnTo>
                <a:lnTo>
                  <a:pt x="309895" y="105144"/>
                </a:lnTo>
                <a:lnTo>
                  <a:pt x="319493" y="153674"/>
                </a:lnTo>
                <a:lnTo>
                  <a:pt x="313249" y="204543"/>
                </a:lnTo>
                <a:lnTo>
                  <a:pt x="291330" y="250868"/>
                </a:lnTo>
                <a:lnTo>
                  <a:pt x="257275" y="286750"/>
                </a:lnTo>
                <a:lnTo>
                  <a:pt x="214348" y="310388"/>
                </a:lnTo>
                <a:lnTo>
                  <a:pt x="165818" y="319985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47800" y="2704287"/>
            <a:ext cx="635635" cy="635635"/>
          </a:xfrm>
          <a:custGeom>
            <a:avLst/>
            <a:gdLst/>
            <a:ahLst/>
            <a:cxnLst/>
            <a:rect l="l" t="t" r="r" b="b"/>
            <a:pathLst>
              <a:path w="635634" h="635635">
                <a:moveTo>
                  <a:pt x="635228" y="317614"/>
                </a:moveTo>
                <a:lnTo>
                  <a:pt x="633552" y="294830"/>
                </a:lnTo>
                <a:lnTo>
                  <a:pt x="632358" y="274955"/>
                </a:lnTo>
                <a:lnTo>
                  <a:pt x="631952" y="273088"/>
                </a:lnTo>
                <a:lnTo>
                  <a:pt x="631786" y="270675"/>
                </a:lnTo>
                <a:lnTo>
                  <a:pt x="626110" y="245325"/>
                </a:lnTo>
                <a:lnTo>
                  <a:pt x="622833" y="229692"/>
                </a:lnTo>
                <a:lnTo>
                  <a:pt x="622312" y="228295"/>
                </a:lnTo>
                <a:lnTo>
                  <a:pt x="621779" y="225882"/>
                </a:lnTo>
                <a:lnTo>
                  <a:pt x="611365" y="198615"/>
                </a:lnTo>
                <a:lnTo>
                  <a:pt x="606996" y="186715"/>
                </a:lnTo>
                <a:lnTo>
                  <a:pt x="606475" y="185775"/>
                </a:lnTo>
                <a:lnTo>
                  <a:pt x="605701" y="183718"/>
                </a:lnTo>
                <a:lnTo>
                  <a:pt x="590918" y="157060"/>
                </a:lnTo>
                <a:lnTo>
                  <a:pt x="585279" y="146634"/>
                </a:lnTo>
                <a:lnTo>
                  <a:pt x="584771" y="145961"/>
                </a:lnTo>
                <a:lnTo>
                  <a:pt x="584060" y="144665"/>
                </a:lnTo>
                <a:lnTo>
                  <a:pt x="565683" y="120332"/>
                </a:lnTo>
                <a:lnTo>
                  <a:pt x="558050" y="110070"/>
                </a:lnTo>
                <a:lnTo>
                  <a:pt x="557618" y="109651"/>
                </a:lnTo>
                <a:lnTo>
                  <a:pt x="557314" y="109232"/>
                </a:lnTo>
                <a:lnTo>
                  <a:pt x="525995" y="77901"/>
                </a:lnTo>
                <a:lnTo>
                  <a:pt x="525830" y="77787"/>
                </a:lnTo>
                <a:lnTo>
                  <a:pt x="525703" y="77647"/>
                </a:lnTo>
                <a:lnTo>
                  <a:pt x="521182" y="74282"/>
                </a:lnTo>
                <a:lnTo>
                  <a:pt x="490550" y="51168"/>
                </a:lnTo>
                <a:lnTo>
                  <a:pt x="489356" y="50520"/>
                </a:lnTo>
                <a:lnTo>
                  <a:pt x="488645" y="49974"/>
                </a:lnTo>
                <a:lnTo>
                  <a:pt x="479755" y="45199"/>
                </a:lnTo>
                <a:lnTo>
                  <a:pt x="451510" y="29527"/>
                </a:lnTo>
                <a:lnTo>
                  <a:pt x="448716" y="28473"/>
                </a:lnTo>
                <a:lnTo>
                  <a:pt x="447255" y="27673"/>
                </a:lnTo>
                <a:lnTo>
                  <a:pt x="435622" y="23482"/>
                </a:lnTo>
                <a:lnTo>
                  <a:pt x="409346" y="13449"/>
                </a:lnTo>
                <a:lnTo>
                  <a:pt x="405549" y="12611"/>
                </a:lnTo>
                <a:lnTo>
                  <a:pt x="403047" y="11696"/>
                </a:lnTo>
                <a:lnTo>
                  <a:pt x="386689" y="8394"/>
                </a:lnTo>
                <a:lnTo>
                  <a:pt x="364553" y="3441"/>
                </a:lnTo>
                <a:lnTo>
                  <a:pt x="360921" y="3187"/>
                </a:lnTo>
                <a:lnTo>
                  <a:pt x="357720" y="2527"/>
                </a:lnTo>
                <a:lnTo>
                  <a:pt x="336143" y="1371"/>
                </a:lnTo>
                <a:lnTo>
                  <a:pt x="317614" y="0"/>
                </a:lnTo>
                <a:lnTo>
                  <a:pt x="314820" y="215"/>
                </a:lnTo>
                <a:lnTo>
                  <a:pt x="311988" y="50"/>
                </a:lnTo>
                <a:lnTo>
                  <a:pt x="289979" y="2032"/>
                </a:lnTo>
                <a:lnTo>
                  <a:pt x="270675" y="3441"/>
                </a:lnTo>
                <a:lnTo>
                  <a:pt x="268287" y="3975"/>
                </a:lnTo>
                <a:lnTo>
                  <a:pt x="266573" y="4127"/>
                </a:lnTo>
                <a:lnTo>
                  <a:pt x="250063" y="8051"/>
                </a:lnTo>
                <a:lnTo>
                  <a:pt x="225882" y="13449"/>
                </a:lnTo>
                <a:lnTo>
                  <a:pt x="223520" y="14351"/>
                </a:lnTo>
                <a:lnTo>
                  <a:pt x="222224" y="14655"/>
                </a:lnTo>
                <a:lnTo>
                  <a:pt x="209448" y="19723"/>
                </a:lnTo>
                <a:lnTo>
                  <a:pt x="183718" y="29527"/>
                </a:lnTo>
                <a:lnTo>
                  <a:pt x="181317" y="30861"/>
                </a:lnTo>
                <a:lnTo>
                  <a:pt x="179641" y="31521"/>
                </a:lnTo>
                <a:lnTo>
                  <a:pt x="167106" y="38735"/>
                </a:lnTo>
                <a:lnTo>
                  <a:pt x="144678" y="51168"/>
                </a:lnTo>
                <a:lnTo>
                  <a:pt x="142011" y="53187"/>
                </a:lnTo>
                <a:lnTo>
                  <a:pt x="139547" y="54597"/>
                </a:lnTo>
                <a:lnTo>
                  <a:pt x="127609" y="64046"/>
                </a:lnTo>
                <a:lnTo>
                  <a:pt x="109245" y="77901"/>
                </a:lnTo>
                <a:lnTo>
                  <a:pt x="105981" y="81165"/>
                </a:lnTo>
                <a:lnTo>
                  <a:pt x="102692" y="83769"/>
                </a:lnTo>
                <a:lnTo>
                  <a:pt x="103009" y="84137"/>
                </a:lnTo>
                <a:lnTo>
                  <a:pt x="77914" y="109232"/>
                </a:lnTo>
                <a:lnTo>
                  <a:pt x="51168" y="144665"/>
                </a:lnTo>
                <a:lnTo>
                  <a:pt x="29527" y="183718"/>
                </a:lnTo>
                <a:lnTo>
                  <a:pt x="13449" y="225882"/>
                </a:lnTo>
                <a:lnTo>
                  <a:pt x="3454" y="270675"/>
                </a:lnTo>
                <a:lnTo>
                  <a:pt x="0" y="317614"/>
                </a:lnTo>
                <a:lnTo>
                  <a:pt x="3454" y="364540"/>
                </a:lnTo>
                <a:lnTo>
                  <a:pt x="13449" y="409346"/>
                </a:lnTo>
                <a:lnTo>
                  <a:pt x="29527" y="451510"/>
                </a:lnTo>
                <a:lnTo>
                  <a:pt x="51168" y="490550"/>
                </a:lnTo>
                <a:lnTo>
                  <a:pt x="77914" y="525983"/>
                </a:lnTo>
                <a:lnTo>
                  <a:pt x="109245" y="557314"/>
                </a:lnTo>
                <a:lnTo>
                  <a:pt x="144678" y="584047"/>
                </a:lnTo>
                <a:lnTo>
                  <a:pt x="183718" y="605701"/>
                </a:lnTo>
                <a:lnTo>
                  <a:pt x="225882" y="621779"/>
                </a:lnTo>
                <a:lnTo>
                  <a:pt x="270675" y="631774"/>
                </a:lnTo>
                <a:lnTo>
                  <a:pt x="317614" y="635215"/>
                </a:lnTo>
                <a:lnTo>
                  <a:pt x="367601" y="631266"/>
                </a:lnTo>
                <a:lnTo>
                  <a:pt x="415899" y="619633"/>
                </a:lnTo>
                <a:lnTo>
                  <a:pt x="461670" y="600671"/>
                </a:lnTo>
                <a:lnTo>
                  <a:pt x="504050" y="574738"/>
                </a:lnTo>
                <a:lnTo>
                  <a:pt x="542201" y="542201"/>
                </a:lnTo>
                <a:lnTo>
                  <a:pt x="574751" y="504050"/>
                </a:lnTo>
                <a:lnTo>
                  <a:pt x="600671" y="461670"/>
                </a:lnTo>
                <a:lnTo>
                  <a:pt x="619633" y="415899"/>
                </a:lnTo>
                <a:lnTo>
                  <a:pt x="631266" y="367601"/>
                </a:lnTo>
                <a:lnTo>
                  <a:pt x="634885" y="321881"/>
                </a:lnTo>
                <a:lnTo>
                  <a:pt x="635190" y="321881"/>
                </a:lnTo>
                <a:lnTo>
                  <a:pt x="635050" y="319735"/>
                </a:lnTo>
                <a:lnTo>
                  <a:pt x="635228" y="317614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60957" y="1817775"/>
            <a:ext cx="396875" cy="396875"/>
          </a:xfrm>
          <a:custGeom>
            <a:avLst/>
            <a:gdLst/>
            <a:ahLst/>
            <a:cxnLst/>
            <a:rect l="l" t="t" r="r" b="b"/>
            <a:pathLst>
              <a:path w="396875" h="396875">
                <a:moveTo>
                  <a:pt x="195932" y="396597"/>
                </a:moveTo>
                <a:lnTo>
                  <a:pt x="152286" y="391202"/>
                </a:lnTo>
                <a:lnTo>
                  <a:pt x="109918" y="375805"/>
                </a:lnTo>
                <a:lnTo>
                  <a:pt x="72101" y="351270"/>
                </a:lnTo>
                <a:lnTo>
                  <a:pt x="41497" y="319688"/>
                </a:lnTo>
                <a:lnTo>
                  <a:pt x="18809" y="282558"/>
                </a:lnTo>
                <a:lnTo>
                  <a:pt x="4742" y="241383"/>
                </a:lnTo>
                <a:lnTo>
                  <a:pt x="0" y="197661"/>
                </a:lnTo>
                <a:lnTo>
                  <a:pt x="5286" y="152893"/>
                </a:lnTo>
                <a:lnTo>
                  <a:pt x="20511" y="110463"/>
                </a:lnTo>
                <a:lnTo>
                  <a:pt x="44246" y="73440"/>
                </a:lnTo>
                <a:lnTo>
                  <a:pt x="75194" y="42853"/>
                </a:lnTo>
                <a:lnTo>
                  <a:pt x="112054" y="19732"/>
                </a:lnTo>
                <a:lnTo>
                  <a:pt x="153528" y="5104"/>
                </a:lnTo>
                <a:lnTo>
                  <a:pt x="198317" y="0"/>
                </a:lnTo>
                <a:lnTo>
                  <a:pt x="198317" y="198299"/>
                </a:lnTo>
                <a:lnTo>
                  <a:pt x="356577" y="78814"/>
                </a:lnTo>
                <a:lnTo>
                  <a:pt x="379491" y="117635"/>
                </a:lnTo>
                <a:lnTo>
                  <a:pt x="392807" y="159549"/>
                </a:lnTo>
                <a:lnTo>
                  <a:pt x="396564" y="202898"/>
                </a:lnTo>
                <a:lnTo>
                  <a:pt x="390801" y="246027"/>
                </a:lnTo>
                <a:lnTo>
                  <a:pt x="375555" y="287279"/>
                </a:lnTo>
                <a:lnTo>
                  <a:pt x="350866" y="324995"/>
                </a:lnTo>
                <a:lnTo>
                  <a:pt x="318323" y="356189"/>
                </a:lnTo>
                <a:lnTo>
                  <a:pt x="280572" y="378749"/>
                </a:lnTo>
                <a:lnTo>
                  <a:pt x="239234" y="392332"/>
                </a:lnTo>
                <a:lnTo>
                  <a:pt x="195932" y="396597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76628" y="303174"/>
            <a:ext cx="625475" cy="624840"/>
          </a:xfrm>
          <a:custGeom>
            <a:avLst/>
            <a:gdLst/>
            <a:ahLst/>
            <a:cxnLst/>
            <a:rect l="l" t="t" r="r" b="b"/>
            <a:pathLst>
              <a:path w="625475" h="624840">
                <a:moveTo>
                  <a:pt x="625284" y="304914"/>
                </a:moveTo>
                <a:lnTo>
                  <a:pt x="624306" y="295554"/>
                </a:lnTo>
                <a:lnTo>
                  <a:pt x="624090" y="284657"/>
                </a:lnTo>
                <a:lnTo>
                  <a:pt x="621487" y="268516"/>
                </a:lnTo>
                <a:lnTo>
                  <a:pt x="620191" y="255993"/>
                </a:lnTo>
                <a:lnTo>
                  <a:pt x="618426" y="249466"/>
                </a:lnTo>
                <a:lnTo>
                  <a:pt x="617169" y="241604"/>
                </a:lnTo>
                <a:lnTo>
                  <a:pt x="610285" y="219252"/>
                </a:lnTo>
                <a:lnTo>
                  <a:pt x="607110" y="207416"/>
                </a:lnTo>
                <a:lnTo>
                  <a:pt x="605688" y="204266"/>
                </a:lnTo>
                <a:lnTo>
                  <a:pt x="604329" y="199834"/>
                </a:lnTo>
                <a:lnTo>
                  <a:pt x="588365" y="165798"/>
                </a:lnTo>
                <a:lnTo>
                  <a:pt x="586460" y="161556"/>
                </a:lnTo>
                <a:lnTo>
                  <a:pt x="586181" y="161150"/>
                </a:lnTo>
                <a:lnTo>
                  <a:pt x="585673" y="160045"/>
                </a:lnTo>
                <a:lnTo>
                  <a:pt x="561314" y="122910"/>
                </a:lnTo>
                <a:lnTo>
                  <a:pt x="560057" y="121513"/>
                </a:lnTo>
                <a:lnTo>
                  <a:pt x="559396" y="120484"/>
                </a:lnTo>
                <a:lnTo>
                  <a:pt x="551459" y="111798"/>
                </a:lnTo>
                <a:lnTo>
                  <a:pt x="531355" y="89090"/>
                </a:lnTo>
                <a:lnTo>
                  <a:pt x="528751" y="86906"/>
                </a:lnTo>
                <a:lnTo>
                  <a:pt x="526707" y="84658"/>
                </a:lnTo>
                <a:lnTo>
                  <a:pt x="513168" y="73799"/>
                </a:lnTo>
                <a:lnTo>
                  <a:pt x="495909" y="59270"/>
                </a:lnTo>
                <a:lnTo>
                  <a:pt x="492315" y="57061"/>
                </a:lnTo>
                <a:lnTo>
                  <a:pt x="489178" y="54533"/>
                </a:lnTo>
                <a:lnTo>
                  <a:pt x="474789" y="46253"/>
                </a:lnTo>
                <a:lnTo>
                  <a:pt x="456488" y="34950"/>
                </a:lnTo>
                <a:lnTo>
                  <a:pt x="451383" y="32766"/>
                </a:lnTo>
                <a:lnTo>
                  <a:pt x="447573" y="30556"/>
                </a:lnTo>
                <a:lnTo>
                  <a:pt x="434695" y="25577"/>
                </a:lnTo>
                <a:lnTo>
                  <a:pt x="414985" y="17081"/>
                </a:lnTo>
                <a:lnTo>
                  <a:pt x="407860" y="15176"/>
                </a:lnTo>
                <a:lnTo>
                  <a:pt x="402691" y="13169"/>
                </a:lnTo>
                <a:lnTo>
                  <a:pt x="390296" y="10477"/>
                </a:lnTo>
                <a:lnTo>
                  <a:pt x="372071" y="5588"/>
                </a:lnTo>
                <a:lnTo>
                  <a:pt x="362699" y="4470"/>
                </a:lnTo>
                <a:lnTo>
                  <a:pt x="355295" y="2844"/>
                </a:lnTo>
                <a:lnTo>
                  <a:pt x="343750" y="2184"/>
                </a:lnTo>
                <a:lnTo>
                  <a:pt x="328434" y="330"/>
                </a:lnTo>
                <a:lnTo>
                  <a:pt x="316141" y="584"/>
                </a:lnTo>
                <a:lnTo>
                  <a:pt x="306184" y="0"/>
                </a:lnTo>
                <a:lnTo>
                  <a:pt x="296735" y="977"/>
                </a:lnTo>
                <a:lnTo>
                  <a:pt x="284746" y="1206"/>
                </a:lnTo>
                <a:lnTo>
                  <a:pt x="267881" y="3924"/>
                </a:lnTo>
                <a:lnTo>
                  <a:pt x="256133" y="5118"/>
                </a:lnTo>
                <a:lnTo>
                  <a:pt x="249720" y="6845"/>
                </a:lnTo>
                <a:lnTo>
                  <a:pt x="241681" y="8128"/>
                </a:lnTo>
                <a:lnTo>
                  <a:pt x="219671" y="14884"/>
                </a:lnTo>
                <a:lnTo>
                  <a:pt x="207543" y="18135"/>
                </a:lnTo>
                <a:lnTo>
                  <a:pt x="204152" y="19659"/>
                </a:lnTo>
                <a:lnTo>
                  <a:pt x="199910" y="20955"/>
                </a:lnTo>
                <a:lnTo>
                  <a:pt x="171500" y="34277"/>
                </a:lnTo>
                <a:lnTo>
                  <a:pt x="162648" y="38239"/>
                </a:lnTo>
                <a:lnTo>
                  <a:pt x="161632" y="38912"/>
                </a:lnTo>
                <a:lnTo>
                  <a:pt x="160121" y="39611"/>
                </a:lnTo>
                <a:lnTo>
                  <a:pt x="122974" y="63969"/>
                </a:lnTo>
                <a:lnTo>
                  <a:pt x="122224" y="64643"/>
                </a:lnTo>
                <a:lnTo>
                  <a:pt x="122034" y="64757"/>
                </a:lnTo>
                <a:lnTo>
                  <a:pt x="119062" y="67437"/>
                </a:lnTo>
                <a:lnTo>
                  <a:pt x="89154" y="93916"/>
                </a:lnTo>
                <a:lnTo>
                  <a:pt x="87579" y="95783"/>
                </a:lnTo>
                <a:lnTo>
                  <a:pt x="86271" y="96964"/>
                </a:lnTo>
                <a:lnTo>
                  <a:pt x="76161" y="109347"/>
                </a:lnTo>
                <a:lnTo>
                  <a:pt x="59321" y="129362"/>
                </a:lnTo>
                <a:lnTo>
                  <a:pt x="57797" y="131851"/>
                </a:lnTo>
                <a:lnTo>
                  <a:pt x="55918" y="134162"/>
                </a:lnTo>
                <a:lnTo>
                  <a:pt x="43129" y="155930"/>
                </a:lnTo>
                <a:lnTo>
                  <a:pt x="33642" y="171513"/>
                </a:lnTo>
                <a:lnTo>
                  <a:pt x="32829" y="173469"/>
                </a:lnTo>
                <a:lnTo>
                  <a:pt x="31546" y="175666"/>
                </a:lnTo>
                <a:lnTo>
                  <a:pt x="22123" y="199517"/>
                </a:lnTo>
                <a:lnTo>
                  <a:pt x="15049" y="216750"/>
                </a:lnTo>
                <a:lnTo>
                  <a:pt x="14617" y="218541"/>
                </a:lnTo>
                <a:lnTo>
                  <a:pt x="13741" y="220776"/>
                </a:lnTo>
                <a:lnTo>
                  <a:pt x="8623" y="243776"/>
                </a:lnTo>
                <a:lnTo>
                  <a:pt x="3771" y="264185"/>
                </a:lnTo>
                <a:lnTo>
                  <a:pt x="3594" y="266344"/>
                </a:lnTo>
                <a:lnTo>
                  <a:pt x="3060" y="268782"/>
                </a:lnTo>
                <a:lnTo>
                  <a:pt x="1854" y="288912"/>
                </a:lnTo>
                <a:lnTo>
                  <a:pt x="0" y="312940"/>
                </a:lnTo>
                <a:lnTo>
                  <a:pt x="241" y="315976"/>
                </a:lnTo>
                <a:lnTo>
                  <a:pt x="63" y="318985"/>
                </a:lnTo>
                <a:lnTo>
                  <a:pt x="482" y="318985"/>
                </a:lnTo>
                <a:lnTo>
                  <a:pt x="3962" y="362127"/>
                </a:lnTo>
                <a:lnTo>
                  <a:pt x="15608" y="410095"/>
                </a:lnTo>
                <a:lnTo>
                  <a:pt x="34455" y="455218"/>
                </a:lnTo>
                <a:lnTo>
                  <a:pt x="60020" y="496735"/>
                </a:lnTo>
                <a:lnTo>
                  <a:pt x="91846" y="533882"/>
                </a:lnTo>
                <a:lnTo>
                  <a:pt x="129425" y="565873"/>
                </a:lnTo>
                <a:lnTo>
                  <a:pt x="168846" y="590194"/>
                </a:lnTo>
                <a:lnTo>
                  <a:pt x="210350" y="608050"/>
                </a:lnTo>
                <a:lnTo>
                  <a:pt x="253263" y="619556"/>
                </a:lnTo>
                <a:lnTo>
                  <a:pt x="296900" y="624814"/>
                </a:lnTo>
                <a:lnTo>
                  <a:pt x="340588" y="623938"/>
                </a:lnTo>
                <a:lnTo>
                  <a:pt x="383654" y="617016"/>
                </a:lnTo>
                <a:lnTo>
                  <a:pt x="425424" y="604177"/>
                </a:lnTo>
                <a:lnTo>
                  <a:pt x="463727" y="586232"/>
                </a:lnTo>
                <a:lnTo>
                  <a:pt x="463956" y="586130"/>
                </a:lnTo>
                <a:lnTo>
                  <a:pt x="465213" y="585533"/>
                </a:lnTo>
                <a:lnTo>
                  <a:pt x="502361" y="561174"/>
                </a:lnTo>
                <a:lnTo>
                  <a:pt x="504304" y="559460"/>
                </a:lnTo>
                <a:lnTo>
                  <a:pt x="505714" y="558520"/>
                </a:lnTo>
                <a:lnTo>
                  <a:pt x="514858" y="550100"/>
                </a:lnTo>
                <a:lnTo>
                  <a:pt x="536181" y="531215"/>
                </a:lnTo>
                <a:lnTo>
                  <a:pt x="538924" y="527964"/>
                </a:lnTo>
                <a:lnTo>
                  <a:pt x="541909" y="525208"/>
                </a:lnTo>
                <a:lnTo>
                  <a:pt x="552742" y="511530"/>
                </a:lnTo>
                <a:lnTo>
                  <a:pt x="566013" y="495769"/>
                </a:lnTo>
                <a:lnTo>
                  <a:pt x="568731" y="491350"/>
                </a:lnTo>
                <a:lnTo>
                  <a:pt x="572033" y="487197"/>
                </a:lnTo>
                <a:lnTo>
                  <a:pt x="580059" y="473011"/>
                </a:lnTo>
                <a:lnTo>
                  <a:pt x="590346" y="456361"/>
                </a:lnTo>
                <a:lnTo>
                  <a:pt x="593039" y="450100"/>
                </a:lnTo>
                <a:lnTo>
                  <a:pt x="595744" y="445325"/>
                </a:lnTo>
                <a:lnTo>
                  <a:pt x="600481" y="432803"/>
                </a:lnTo>
                <a:lnTo>
                  <a:pt x="608203" y="414858"/>
                </a:lnTo>
                <a:lnTo>
                  <a:pt x="610463" y="406412"/>
                </a:lnTo>
                <a:lnTo>
                  <a:pt x="612736" y="400418"/>
                </a:lnTo>
                <a:lnTo>
                  <a:pt x="615188" y="388810"/>
                </a:lnTo>
                <a:lnTo>
                  <a:pt x="619709" y="371970"/>
                </a:lnTo>
                <a:lnTo>
                  <a:pt x="620966" y="361480"/>
                </a:lnTo>
                <a:lnTo>
                  <a:pt x="622693" y="353339"/>
                </a:lnTo>
                <a:lnTo>
                  <a:pt x="623277" y="342303"/>
                </a:lnTo>
                <a:lnTo>
                  <a:pt x="624967" y="328333"/>
                </a:lnTo>
                <a:lnTo>
                  <a:pt x="624700" y="315620"/>
                </a:lnTo>
                <a:lnTo>
                  <a:pt x="625284" y="304914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70420" y="3480988"/>
            <a:ext cx="320040" cy="320040"/>
          </a:xfrm>
          <a:custGeom>
            <a:avLst/>
            <a:gdLst/>
            <a:ahLst/>
            <a:cxnLst/>
            <a:rect l="l" t="t" r="r" b="b"/>
            <a:pathLst>
              <a:path w="320040" h="320039">
                <a:moveTo>
                  <a:pt x="157898" y="319896"/>
                </a:moveTo>
                <a:lnTo>
                  <a:pt x="114862" y="313563"/>
                </a:lnTo>
                <a:lnTo>
                  <a:pt x="159412" y="159813"/>
                </a:lnTo>
                <a:lnTo>
                  <a:pt x="9863" y="216900"/>
                </a:lnTo>
                <a:lnTo>
                  <a:pt x="0" y="174533"/>
                </a:lnTo>
                <a:lnTo>
                  <a:pt x="1736" y="132186"/>
                </a:lnTo>
                <a:lnTo>
                  <a:pt x="14378" y="92063"/>
                </a:lnTo>
                <a:lnTo>
                  <a:pt x="37230" y="56369"/>
                </a:lnTo>
                <a:lnTo>
                  <a:pt x="69599" y="27309"/>
                </a:lnTo>
                <a:lnTo>
                  <a:pt x="108581" y="8006"/>
                </a:lnTo>
                <a:lnTo>
                  <a:pt x="150200" y="0"/>
                </a:lnTo>
                <a:lnTo>
                  <a:pt x="192152" y="3118"/>
                </a:lnTo>
                <a:lnTo>
                  <a:pt x="232130" y="17190"/>
                </a:lnTo>
                <a:lnTo>
                  <a:pt x="267830" y="42045"/>
                </a:lnTo>
                <a:lnTo>
                  <a:pt x="295546" y="75571"/>
                </a:lnTo>
                <a:lnTo>
                  <a:pt x="312870" y="114252"/>
                </a:lnTo>
                <a:lnTo>
                  <a:pt x="319440" y="155803"/>
                </a:lnTo>
                <a:lnTo>
                  <a:pt x="314896" y="197942"/>
                </a:lnTo>
                <a:lnTo>
                  <a:pt x="298876" y="238384"/>
                </a:lnTo>
                <a:lnTo>
                  <a:pt x="272587" y="273041"/>
                </a:lnTo>
                <a:lnTo>
                  <a:pt x="238900" y="298761"/>
                </a:lnTo>
                <a:lnTo>
                  <a:pt x="199958" y="314671"/>
                </a:lnTo>
                <a:lnTo>
                  <a:pt x="157898" y="319896"/>
                </a:lnTo>
                <a:close/>
              </a:path>
            </a:pathLst>
          </a:custGeom>
          <a:solidFill>
            <a:srgbClr val="FFFFFF">
              <a:alpha val="940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-118745" y="575945"/>
            <a:ext cx="9215120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u="sng" spc="-10" dirty="0"/>
              <a:t>CONTENTS</a:t>
            </a:r>
            <a:endParaRPr sz="2400" u="sng"/>
          </a:p>
        </p:txBody>
      </p:sp>
      <p:sp>
        <p:nvSpPr>
          <p:cNvPr id="18" name="object 18"/>
          <p:cNvSpPr txBox="1"/>
          <p:nvPr/>
        </p:nvSpPr>
        <p:spPr>
          <a:xfrm>
            <a:off x="1010562" y="1126345"/>
            <a:ext cx="3822700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56235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INTRODUCTION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OBJECTIVES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DESIGN</a:t>
            </a:r>
            <a:r>
              <a:rPr sz="1600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PARAMETERS</a:t>
            </a:r>
            <a:endParaRPr lang="en-IN" sz="1600" spc="-1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lang="en-IN" sz="1600" spc="-10" dirty="0">
                <a:latin typeface="Times New Roman" panose="02020603050405020304"/>
                <a:cs typeface="Times New Roman" panose="02020603050405020304"/>
              </a:rPr>
              <a:t>CAD MODEL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PARAMETER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DEGREE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FREEDOM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MATERIALS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USE</a:t>
            </a:r>
            <a:r>
              <a:rPr lang="en-US" altLang="en-US" sz="1600" spc="-20" dirty="0">
                <a:latin typeface="Times New Roman" panose="02020603050405020304"/>
                <a:cs typeface="Times New Roman" panose="02020603050405020304"/>
              </a:rPr>
              <a:t>D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MECHANICAL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 PARAMETERS</a:t>
            </a: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lang="en-US" altLang="en-US" sz="1600" spc="-10" dirty="0">
                <a:latin typeface="Times New Roman" panose="02020603050405020304"/>
                <a:cs typeface="Times New Roman" panose="02020603050405020304"/>
              </a:rPr>
              <a:t>POWER REQUIREMENT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SYSTEM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  <a:p>
            <a:pPr marL="356235" indent="-343535">
              <a:lnSpc>
                <a:spcPct val="100000"/>
              </a:lnSpc>
              <a:buFont typeface="Arial MT"/>
              <a:buChar char="●"/>
              <a:tabLst>
                <a:tab pos="356235" algn="l"/>
              </a:tabLst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DETAILS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COST</a:t>
            </a:r>
            <a:r>
              <a:rPr sz="1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INVOLVE</a:t>
            </a:r>
            <a:endParaRPr sz="1600" dirty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825" y="657376"/>
            <a:ext cx="267525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sng" spc="75" dirty="0">
                <a:latin typeface="Trebuchet MS" panose="020B0603020202020204"/>
                <a:cs typeface="Trebuchet MS" panose="020B0603020202020204"/>
              </a:rPr>
              <a:t>INTRODUCTION</a:t>
            </a:r>
            <a:endParaRPr sz="2800" u="sng">
              <a:latin typeface="Trebuchet MS" panose="020B0603020202020204"/>
              <a:cs typeface="Trebuchet MS" panose="020B0603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5270" y="1352550"/>
            <a:ext cx="8505825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SCARA robots are suitable for automated writing and drawing due to their high speed and planar accuracy.</a:t>
            </a:r>
          </a:p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endParaRPr lang="en-US" altLang="en-US" sz="150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Their horizontal compliance allows smooth motion, while vertical rigidity maintains consistent pen pressure.</a:t>
            </a:r>
          </a:p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endParaRPr lang="en-US" altLang="en-US" sz="150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They are useful for tasks such as form filling, labeling, and simple pattern or circuit drawing.</a:t>
            </a:r>
          </a:p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endParaRPr lang="en-US" altLang="en-US" sz="150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Automation reduces human fatigue and improves repeatability and consistency.</a:t>
            </a:r>
          </a:p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endParaRPr lang="en-US" altLang="en-US" sz="1500">
              <a:latin typeface="Times New Roman" panose="02020603050405020304"/>
              <a:cs typeface="Times New Roman" panose="02020603050405020304"/>
            </a:endParaRPr>
          </a:p>
          <a:p>
            <a:pPr marL="298450" marR="508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Programmable operation enables continuous and precise writing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285750"/>
            <a:ext cx="8797290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u="sng" spc="-10" dirty="0"/>
              <a:t>OBJECTIVES</a:t>
            </a:r>
            <a:endParaRPr sz="2800" u="sng"/>
          </a:p>
        </p:txBody>
      </p:sp>
      <p:sp>
        <p:nvSpPr>
          <p:cNvPr id="3" name="object 3"/>
          <p:cNvSpPr txBox="1"/>
          <p:nvPr/>
        </p:nvSpPr>
        <p:spPr>
          <a:xfrm>
            <a:off x="234950" y="1809750"/>
            <a:ext cx="8639175" cy="120269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5080" algn="ctr">
              <a:lnSpc>
                <a:spcPct val="115000"/>
              </a:lnSpc>
              <a:spcBef>
                <a:spcPts val="100"/>
              </a:spcBef>
            </a:pPr>
            <a:r>
              <a:rPr lang="en-US" altLang="en-US" sz="1800" b="1">
                <a:effectLst/>
                <a:latin typeface="Times New Roman" panose="02020603050405020304"/>
                <a:cs typeface="Times New Roman" panose="02020603050405020304"/>
              </a:rPr>
              <a:t>Design and develop a 4-DoF SCARA (Selective Compliance Assembly Robot Arm) capable of writing text and patterns on a paper surface with high accuracy and repeatability.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6885" y="271145"/>
            <a:ext cx="8115935" cy="399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u="sng" dirty="0"/>
              <a:t>DESIGN</a:t>
            </a:r>
            <a:r>
              <a:rPr u="sng" spc="-25" dirty="0"/>
              <a:t> </a:t>
            </a:r>
            <a:r>
              <a:rPr u="sng" spc="-10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567180"/>
            <a:ext cx="2217420" cy="28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en-US" sz="1800" u="heavy" spc="-2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         </a:t>
            </a:r>
            <a:r>
              <a:rPr sz="1800" u="heavy" spc="-20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WORKSPACE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object 4" descr="C:/Users/ASWATHI/Downloads/WhatsApp Image 2026-01-04 at 10.07.15 PM.jpegWhatsApp Image 2026-01-04 at 10.07.15 PM"/>
          <p:cNvPicPr/>
          <p:nvPr/>
        </p:nvPicPr>
        <p:blipFill>
          <a:blip r:embed="rId2"/>
          <a:srcRect t="1879" b="-2468"/>
          <a:stretch>
            <a:fillRect/>
          </a:stretch>
        </p:blipFill>
        <p:spPr>
          <a:xfrm>
            <a:off x="476885" y="1809750"/>
            <a:ext cx="3317240" cy="327674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14800" y="3257550"/>
            <a:ext cx="4762500" cy="141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SCARA</a:t>
            </a:r>
            <a:r>
              <a:rPr sz="18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robots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horizontal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reach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vertical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stroke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enable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precise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spc="-25" dirty="0">
                <a:latin typeface="Times New Roman" panose="02020603050405020304"/>
                <a:cs typeface="Times New Roman" panose="02020603050405020304"/>
              </a:rPr>
              <a:t>pattern drawing or writing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tasks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within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spc="-10" dirty="0">
                <a:latin typeface="Times New Roman" panose="02020603050405020304"/>
                <a:cs typeface="Times New Roman" panose="02020603050405020304"/>
              </a:rPr>
              <a:t>w</a:t>
            </a: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riting surface(A4 paper)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altLang="en-US" sz="1800" dirty="0">
                <a:latin typeface="Times New Roman" panose="02020603050405020304"/>
                <a:cs typeface="Times New Roman" panose="02020603050405020304"/>
              </a:rPr>
              <a:t>i.e, 300 mm × 200 mm × 50 mm (X × Y × Z)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ideal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800" spc="-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lang="en-US" altLang="en-US" sz="1800">
                <a:latin typeface="Times New Roman" panose="02020603050405020304"/>
                <a:cs typeface="Times New Roman" panose="02020603050405020304"/>
              </a:rPr>
              <a:t>ducational and laboratory automation.</a:t>
            </a:r>
          </a:p>
        </p:txBody>
      </p:sp>
      <p:pic>
        <p:nvPicPr>
          <p:cNvPr id="6" name="Picture 5" descr="WhatsApp Image 2026-01-12 at 1.28.09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742950"/>
            <a:ext cx="2118995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7151CE1-8B10-F8D8-C6A1-BE591F9D9E6B}"/>
              </a:ext>
            </a:extLst>
          </p:cNvPr>
          <p:cNvSpPr txBox="1"/>
          <p:nvPr/>
        </p:nvSpPr>
        <p:spPr>
          <a:xfrm>
            <a:off x="229235" y="285750"/>
            <a:ext cx="8604885" cy="90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1470"/>
              </a:spcBef>
              <a:buNone/>
              <a:tabLst>
                <a:tab pos="356235" algn="l"/>
              </a:tabLst>
            </a:pPr>
            <a:r>
              <a:rPr lang="en-US" altLang="en-US" sz="2800" b="1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CAD MODEL</a:t>
            </a:r>
            <a:r>
              <a:rPr lang="en-US" altLang="en-US" sz="2800" b="1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</a:p>
          <a:p>
            <a:pPr marL="12700" indent="0" algn="l">
              <a:lnSpc>
                <a:spcPct val="100000"/>
              </a:lnSpc>
              <a:spcBef>
                <a:spcPts val="1470"/>
              </a:spcBef>
              <a:buNone/>
              <a:tabLst>
                <a:tab pos="356235" algn="l"/>
              </a:tabLst>
            </a:pPr>
            <a:endParaRPr lang="en-US" altLang="en-US" sz="1800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9FEB2-E750-5510-F466-3ABBE7095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477" y="819150"/>
            <a:ext cx="6248400" cy="38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594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304800"/>
            <a:ext cx="7400290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u="sng" spc="-10" dirty="0"/>
              <a:t>STRUCTURAL</a:t>
            </a:r>
            <a:r>
              <a:rPr u="sng" spc="-95" dirty="0"/>
              <a:t> </a:t>
            </a:r>
            <a:r>
              <a:rPr u="sng" spc="-10" dirty="0"/>
              <a:t>PARAMETERS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1750" y="1085850"/>
            <a:ext cx="5029200" cy="3072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indent="-146050">
              <a:lnSpc>
                <a:spcPct val="100000"/>
              </a:lnSpc>
              <a:spcBef>
                <a:spcPts val="100"/>
              </a:spcBef>
              <a:buSzPct val="93000"/>
              <a:buAutoNum type="arabicPeriod"/>
              <a:tabLst>
                <a:tab pos="15557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Design</a:t>
            </a:r>
          </a:p>
          <a:p>
            <a:pPr marL="9525" indent="0" algn="ctr">
              <a:lnSpc>
                <a:spcPct val="100000"/>
              </a:lnSpc>
              <a:spcBef>
                <a:spcPts val="100"/>
              </a:spcBef>
              <a:buSzPct val="93000"/>
              <a:buNone/>
              <a:tabLst>
                <a:tab pos="15557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Geometry:</a:t>
            </a: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(approx)</a:t>
            </a:r>
            <a:endParaRPr sz="1500" dirty="0">
              <a:latin typeface="Times New Roman" panose="02020603050405020304"/>
              <a:cs typeface="Times New Roman" panose="02020603050405020304"/>
            </a:endParaRPr>
          </a:p>
          <a:p>
            <a:pPr marL="469265" lvl="1" indent="-343535" algn="l">
              <a:lnSpc>
                <a:spcPct val="100000"/>
              </a:lnSpc>
              <a:spcBef>
                <a:spcPts val="1470"/>
              </a:spcBef>
              <a:buFont typeface="Wingdings" panose="05000000000000000000" charset="0"/>
              <a:buChar char="v"/>
              <a:tabLst>
                <a:tab pos="46926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 1: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Length =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140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mm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469265" lvl="1" indent="-343535" algn="l">
              <a:lnSpc>
                <a:spcPct val="100000"/>
              </a:lnSpc>
              <a:spcBef>
                <a:spcPts val="270"/>
              </a:spcBef>
              <a:buFont typeface="Wingdings" panose="05000000000000000000" charset="0"/>
              <a:buChar char="v"/>
              <a:tabLst>
                <a:tab pos="46926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2: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Length =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110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mm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469265" lvl="1" indent="-343535" algn="l">
              <a:lnSpc>
                <a:spcPct val="100000"/>
              </a:lnSpc>
              <a:spcBef>
                <a:spcPts val="270"/>
              </a:spcBef>
              <a:buFont typeface="Wingdings" panose="05000000000000000000" charset="0"/>
              <a:buChar char="v"/>
              <a:tabLst>
                <a:tab pos="46926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3: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Length =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130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mm</a:t>
            </a:r>
          </a:p>
          <a:p>
            <a:pPr marL="469265" lvl="1" indent="-343535" algn="l">
              <a:lnSpc>
                <a:spcPct val="100000"/>
              </a:lnSpc>
              <a:spcBef>
                <a:spcPts val="270"/>
              </a:spcBef>
              <a:buFont typeface="Wingdings" panose="05000000000000000000" charset="0"/>
              <a:buChar char="v"/>
              <a:tabLst>
                <a:tab pos="46926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  <a:sym typeface="+mn-ea"/>
              </a:rPr>
              <a:t>Link</a:t>
            </a:r>
            <a:r>
              <a:rPr sz="1500" spc="-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lang="en-US" altLang="en-US" sz="1500" spc="-5" dirty="0">
                <a:latin typeface="Times New Roman" panose="02020603050405020304"/>
                <a:cs typeface="Times New Roman" panose="02020603050405020304"/>
                <a:sym typeface="+mn-ea"/>
              </a:rPr>
              <a:t>4</a:t>
            </a:r>
            <a:r>
              <a:rPr sz="1500" dirty="0">
                <a:latin typeface="Times New Roman" panose="02020603050405020304"/>
                <a:cs typeface="Times New Roman" panose="02020603050405020304"/>
                <a:sym typeface="+mn-ea"/>
              </a:rPr>
              <a:t>:</a:t>
            </a:r>
            <a:r>
              <a:rPr sz="1500" spc="-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  <a:sym typeface="+mn-ea"/>
              </a:rPr>
              <a:t>Length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500" spc="-25" dirty="0">
                <a:latin typeface="Times New Roman" panose="02020603050405020304"/>
                <a:cs typeface="Times New Roman" panose="02020603050405020304"/>
              </a:rPr>
              <a:t>= 50mm</a:t>
            </a:r>
            <a:endParaRPr sz="1500" spc="-25" dirty="0">
              <a:latin typeface="Times New Roman" panose="02020603050405020304"/>
              <a:cs typeface="Times New Roman" panose="02020603050405020304"/>
            </a:endParaRPr>
          </a:p>
          <a:p>
            <a:pPr marL="469265" lvl="1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203200" indent="-190500">
              <a:lnSpc>
                <a:spcPct val="100000"/>
              </a:lnSpc>
              <a:spcBef>
                <a:spcPts val="1470"/>
              </a:spcBef>
              <a:buSzPct val="93000"/>
              <a:buAutoNum type="arabicPeriod"/>
              <a:tabLst>
                <a:tab pos="203200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Joint</a:t>
            </a:r>
            <a:r>
              <a:rPr sz="15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Types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469265" lvl="1" indent="-343535">
              <a:lnSpc>
                <a:spcPct val="100000"/>
              </a:lnSpc>
              <a:spcBef>
                <a:spcPts val="1470"/>
              </a:spcBef>
              <a:buFont typeface="Arial MT"/>
              <a:buChar char="●"/>
              <a:tabLst>
                <a:tab pos="46926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Revolute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Joints: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 3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469265" lvl="1" indent="-343535">
              <a:lnSpc>
                <a:spcPct val="100000"/>
              </a:lnSpc>
              <a:spcBef>
                <a:spcPts val="270"/>
              </a:spcBef>
              <a:buFont typeface="Arial MT"/>
              <a:buChar char="●"/>
              <a:tabLst>
                <a:tab pos="46926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Prismatic</a:t>
            </a:r>
            <a:r>
              <a:rPr sz="15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Joints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lang="en-US" altLang="en-US" sz="1500" spc="-25" dirty="0">
                <a:latin typeface="Times New Roman" panose="02020603050405020304"/>
                <a:cs typeface="Times New Roman" panose="02020603050405020304"/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145" y="971550"/>
            <a:ext cx="8776970" cy="329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DOF:</a:t>
            </a:r>
            <a:r>
              <a:rPr lang="en-US" altLang="en-US" sz="2000" b="1" spc="-10" dirty="0">
                <a:latin typeface="Times New Roman" panose="02020603050405020304"/>
                <a:cs typeface="Times New Roman" panose="02020603050405020304"/>
              </a:rPr>
              <a:t>4</a:t>
            </a: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 sz="2000" b="1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Degrees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Freedom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refers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number</a:t>
            </a: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independent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motions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robot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perform.</a:t>
            </a:r>
          </a:p>
          <a:p>
            <a:pPr marL="12700" marR="5080">
              <a:lnSpc>
                <a:spcPct val="115000"/>
              </a:lnSpc>
            </a:pP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 writing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SCARA</a:t>
            </a:r>
            <a:r>
              <a:rPr sz="15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robot,</a:t>
            </a:r>
            <a:r>
              <a:rPr sz="15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sz="15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typically</a:t>
            </a:r>
            <a:r>
              <a:rPr sz="15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includes:</a:t>
            </a:r>
          </a:p>
          <a:p>
            <a:pPr marL="12700" marR="5080">
              <a:lnSpc>
                <a:spcPct val="115000"/>
              </a:lnSpc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Two rotational degrees of freedom are used to achieve precise planar (X–Y) motion of the arm.</a:t>
            </a:r>
          </a:p>
          <a:p>
            <a:pPr marL="12700" marR="5080">
              <a:lnSpc>
                <a:spcPct val="115000"/>
              </a:lnSpc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One translational degree of freedom provides vertical (Z-axis) movement for pen up and pen down control. </a:t>
            </a:r>
          </a:p>
          <a:p>
            <a:pPr marL="12700" marR="5080">
              <a:lnSpc>
                <a:spcPct val="115000"/>
              </a:lnSpc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An additional rotational degree of freedom is used to orient the pen end-effector during writing.</a:t>
            </a:r>
          </a:p>
          <a:p>
            <a:pPr marL="12700" marR="5080">
              <a:lnSpc>
                <a:spcPct val="115000"/>
              </a:lnSpc>
            </a:pPr>
            <a:endParaRPr lang="en-US" altLang="en-US"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Therefore:</a:t>
            </a:r>
          </a:p>
          <a:p>
            <a:pPr marL="12700" marR="5080">
              <a:lnSpc>
                <a:spcPct val="115000"/>
              </a:lnSpc>
            </a:pPr>
            <a:r>
              <a:rPr sz="1500" dirty="0">
                <a:latin typeface="Times New Roman" panose="02020603050405020304"/>
                <a:cs typeface="Times New Roman" panose="02020603050405020304"/>
                <a:sym typeface="+mn-ea"/>
              </a:rPr>
              <a:t>Revolute</a:t>
            </a:r>
            <a:r>
              <a:rPr sz="15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  <a:sym typeface="+mn-ea"/>
              </a:rPr>
              <a:t>Joints: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  <a:sym typeface="+mn-ea"/>
              </a:rPr>
              <a:t> 3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  <a:sym typeface="+mn-ea"/>
              </a:rPr>
              <a:t>Prismatic</a:t>
            </a:r>
            <a:r>
              <a:rPr sz="1500" spc="-4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  <a:sym typeface="+mn-ea"/>
              </a:rPr>
              <a:t>Joints</a:t>
            </a:r>
            <a:r>
              <a:rPr sz="1500" spc="-3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  <a:sym typeface="+mn-ea"/>
              </a:rPr>
              <a:t>:</a:t>
            </a:r>
            <a:r>
              <a:rPr lang="en-US" altLang="en-US" sz="1500" spc="-25" dirty="0">
                <a:latin typeface="Times New Roman" panose="02020603050405020304"/>
                <a:cs typeface="Times New Roman" panose="02020603050405020304"/>
                <a:sym typeface="+mn-ea"/>
              </a:rPr>
              <a:t>1</a:t>
            </a:r>
            <a:endParaRPr lang="en-US" altLang="en-US" sz="1500" spc="-25" dirty="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15000"/>
              </a:lnSpc>
            </a:pPr>
            <a:endParaRPr lang="en-US" altLang="en-US"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125" y="368375"/>
            <a:ext cx="7315749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algn="ctr">
              <a:lnSpc>
                <a:spcPct val="100000"/>
              </a:lnSpc>
              <a:spcBef>
                <a:spcPts val="100"/>
              </a:spcBef>
            </a:pPr>
            <a:r>
              <a:rPr u="sng" dirty="0"/>
              <a:t>DEGREE</a:t>
            </a:r>
            <a:r>
              <a:rPr u="sng" spc="-40" dirty="0"/>
              <a:t> </a:t>
            </a:r>
            <a:r>
              <a:rPr u="sng" dirty="0"/>
              <a:t>OF</a:t>
            </a:r>
            <a:r>
              <a:rPr u="sng" spc="-125" dirty="0"/>
              <a:t> </a:t>
            </a:r>
            <a:r>
              <a:rPr u="sng" spc="-10" dirty="0"/>
              <a:t>FREEDOM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05" y="209550"/>
            <a:ext cx="833564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u="sng" spc="95" dirty="0">
                <a:latin typeface="Times New Roman" panose="02020603050405020304" charset="0"/>
                <a:cs typeface="Times New Roman" panose="02020603050405020304" charset="0"/>
              </a:rPr>
              <a:t>MATERIALS</a:t>
            </a:r>
            <a:r>
              <a:rPr sz="2800" u="sng" spc="-5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800" u="sng" spc="110" dirty="0">
                <a:latin typeface="Times New Roman" panose="02020603050405020304" charset="0"/>
                <a:cs typeface="Times New Roman" panose="02020603050405020304" charset="0"/>
              </a:rPr>
              <a:t>USED</a:t>
            </a:r>
            <a:endParaRPr sz="2800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505" y="742950"/>
            <a:ext cx="8609330" cy="3398710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None/>
              <a:tabLst>
                <a:tab pos="356235" algn="l"/>
              </a:tabLst>
            </a:pPr>
            <a:endParaRPr lang="en-US" altLang="en-US" sz="15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3" descr="WhatsApp Image 2026-01-05 at 3.19.50 PM"/>
          <p:cNvPicPr>
            <a:picLocks noChangeAspect="1"/>
          </p:cNvPicPr>
          <p:nvPr/>
        </p:nvPicPr>
        <p:blipFill>
          <a:blip r:embed="rId2"/>
          <a:srcRect t="11751" r="-530" b="7037"/>
          <a:stretch>
            <a:fillRect/>
          </a:stretch>
        </p:blipFill>
        <p:spPr>
          <a:xfrm>
            <a:off x="499745" y="1428750"/>
            <a:ext cx="7821295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680" y="657225"/>
            <a:ext cx="677227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u="sng" spc="-10" dirty="0"/>
              <a:t>MECHANICAL</a:t>
            </a:r>
            <a:r>
              <a:rPr sz="2800" u="sng" spc="-114" dirty="0"/>
              <a:t> </a:t>
            </a:r>
            <a:r>
              <a:rPr sz="2800" u="sng" spc="-20" dirty="0"/>
              <a:t>PARAMETERS</a:t>
            </a:r>
            <a:endParaRPr sz="2800" u="sng"/>
          </a:p>
        </p:txBody>
      </p:sp>
      <p:sp>
        <p:nvSpPr>
          <p:cNvPr id="5" name="object 5"/>
          <p:cNvSpPr txBox="1"/>
          <p:nvPr/>
        </p:nvSpPr>
        <p:spPr>
          <a:xfrm>
            <a:off x="1143145" y="1657439"/>
            <a:ext cx="2152015" cy="2326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3540" indent="-34353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83540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weights</a:t>
            </a:r>
            <a:r>
              <a:rPr sz="15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(approx):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383540" indent="-370840">
              <a:lnSpc>
                <a:spcPct val="100000"/>
              </a:lnSpc>
              <a:buAutoNum type="arabicPeriod"/>
              <a:tabLst>
                <a:tab pos="383540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1: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0.</a:t>
            </a: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20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Kg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Times New Roman" panose="02020603050405020304"/>
              <a:buAutoNum type="arabicPeriod"/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383540" indent="-370840">
              <a:lnSpc>
                <a:spcPct val="100000"/>
              </a:lnSpc>
              <a:buAutoNum type="arabicPeriod"/>
              <a:tabLst>
                <a:tab pos="383540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2: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0.</a:t>
            </a: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Kg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Times New Roman" panose="02020603050405020304"/>
              <a:buAutoNum type="arabicPeriod"/>
            </a:pP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383540" indent="-370840">
              <a:lnSpc>
                <a:spcPct val="100000"/>
              </a:lnSpc>
              <a:buAutoNum type="arabicPeriod"/>
              <a:tabLst>
                <a:tab pos="383540" algn="l"/>
              </a:tabLst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Link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3:</a:t>
            </a:r>
            <a:r>
              <a:rPr sz="15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0.2</a:t>
            </a: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8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Kg</a:t>
            </a:r>
          </a:p>
          <a:p>
            <a:pPr marL="383540" indent="-370840">
              <a:lnSpc>
                <a:spcPct val="100000"/>
              </a:lnSpc>
              <a:buAutoNum type="arabicPeriod"/>
              <a:tabLst>
                <a:tab pos="383540" algn="l"/>
              </a:tabLst>
            </a:pPr>
            <a:endParaRPr lang="en-US" altLang="en-US" sz="1500">
              <a:latin typeface="Times New Roman" panose="02020603050405020304"/>
              <a:cs typeface="Times New Roman" panose="02020603050405020304"/>
            </a:endParaRPr>
          </a:p>
          <a:p>
            <a:pPr marL="383540" indent="-370840">
              <a:lnSpc>
                <a:spcPct val="100000"/>
              </a:lnSpc>
              <a:buAutoNum type="arabicPeriod"/>
              <a:tabLst>
                <a:tab pos="383540" algn="l"/>
              </a:tabLst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Link 4:  0.10 Kg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5930" y="592455"/>
            <a:ext cx="7331710" cy="273875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400" b="1" u="sng" strike="noStrike" kern="0" cap="all" spc="0" normalizeH="0" dirty="0">
                <a:latin typeface="Arial" panose="020B0604020202020204"/>
                <a:cs typeface="Arial" panose="020B0604020202020204"/>
              </a:rPr>
              <a:t>Torque calculation and motor selection</a:t>
            </a:r>
            <a:endParaRPr sz="2400" u="sng" strike="noStrike" kern="0" cap="all" spc="0" normalizeH="0">
              <a:latin typeface="Arial" panose="020B0604020202020204"/>
              <a:cs typeface="Arial" panose="020B0604020202020204"/>
            </a:endParaRPr>
          </a:p>
          <a:p>
            <a:pPr marL="125730" indent="0">
              <a:lnSpc>
                <a:spcPct val="100000"/>
              </a:lnSpc>
              <a:spcBef>
                <a:spcPts val="1200"/>
              </a:spcBef>
              <a:buNone/>
              <a:tabLst>
                <a:tab pos="926465" algn="l"/>
              </a:tabLst>
            </a:pPr>
            <a:endParaRPr sz="1500">
              <a:latin typeface="Arial MT"/>
              <a:cs typeface="Arial MT"/>
            </a:endParaRPr>
          </a:p>
          <a:p>
            <a:pPr marL="125730" indent="0">
              <a:lnSpc>
                <a:spcPct val="100000"/>
              </a:lnSpc>
              <a:spcBef>
                <a:spcPts val="270"/>
              </a:spcBef>
              <a:buNone/>
              <a:tabLst>
                <a:tab pos="469265" algn="l"/>
              </a:tabLst>
            </a:pPr>
            <a:r>
              <a:rPr lang="en-US" altLang="en-US" sz="1500" b="1" spc="-15" dirty="0">
                <a:latin typeface="Times New Roman" panose="02020603050405020304" charset="0"/>
                <a:cs typeface="Times New Roman" panose="02020603050405020304" charset="0"/>
              </a:rPr>
              <a:t>NEMA 23</a:t>
            </a:r>
            <a:r>
              <a:rPr sz="1500" b="1" spc="-1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torque=</a:t>
            </a:r>
            <a:r>
              <a:rPr lang="en-US" altLang="en-US" sz="1500" spc="-20" dirty="0">
                <a:latin typeface="Arial MT"/>
                <a:cs typeface="Arial MT"/>
              </a:rPr>
              <a:t> 1.2-3.0N.m</a:t>
            </a:r>
            <a:endParaRPr sz="1500">
              <a:latin typeface="Arial MT"/>
              <a:cs typeface="Arial MT"/>
            </a:endParaRPr>
          </a:p>
          <a:p>
            <a:pPr marL="125730" indent="0">
              <a:lnSpc>
                <a:spcPct val="100000"/>
              </a:lnSpc>
              <a:spcBef>
                <a:spcPts val="270"/>
              </a:spcBef>
              <a:buNone/>
              <a:tabLst>
                <a:tab pos="469265" algn="l"/>
              </a:tabLst>
            </a:pPr>
            <a:r>
              <a:rPr lang="en-US" altLang="en-US" sz="1500" b="1" spc="-25" dirty="0">
                <a:latin typeface="Times New Roman" panose="02020603050405020304"/>
                <a:cs typeface="Times New Roman" panose="02020603050405020304"/>
                <a:sym typeface="+mn-ea"/>
              </a:rPr>
              <a:t>MG90s Metal-Gear Servo </a:t>
            </a:r>
            <a:r>
              <a:rPr sz="1500" spc="-20" dirty="0">
                <a:latin typeface="Arial MT"/>
                <a:cs typeface="Arial MT"/>
              </a:rPr>
              <a:t>torque=</a:t>
            </a:r>
            <a:r>
              <a:rPr lang="en-US" altLang="en-US" sz="1500" spc="-20" dirty="0">
                <a:latin typeface="Arial MT"/>
                <a:cs typeface="Arial MT"/>
              </a:rPr>
              <a:t>~0.22N.m</a:t>
            </a:r>
            <a:endParaRPr sz="1500">
              <a:latin typeface="Arial MT"/>
              <a:cs typeface="Arial MT"/>
            </a:endParaRPr>
          </a:p>
          <a:p>
            <a:pPr marL="125730" indent="0">
              <a:lnSpc>
                <a:spcPct val="100000"/>
              </a:lnSpc>
              <a:spcBef>
                <a:spcPts val="270"/>
              </a:spcBef>
              <a:buNone/>
              <a:tabLst>
                <a:tab pos="469265" algn="l"/>
              </a:tabLst>
            </a:pP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MG90 micro servo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torque </a:t>
            </a:r>
            <a:r>
              <a:rPr sz="1500" spc="-20" dirty="0">
                <a:latin typeface="Arial MT"/>
                <a:cs typeface="Arial MT"/>
              </a:rPr>
              <a:t>=</a:t>
            </a:r>
            <a:r>
              <a:rPr lang="en-US" altLang="en-US" sz="1500" spc="-20" dirty="0">
                <a:latin typeface="Arial MT"/>
                <a:cs typeface="Arial MT"/>
              </a:rPr>
              <a:t>~0.18 N.m</a:t>
            </a:r>
            <a:endParaRPr sz="1500" spc="-25" dirty="0">
              <a:latin typeface="Arial MT"/>
              <a:cs typeface="Arial MT"/>
            </a:endParaRPr>
          </a:p>
          <a:p>
            <a:pPr marL="125730" indent="0">
              <a:lnSpc>
                <a:spcPct val="100000"/>
              </a:lnSpc>
              <a:spcBef>
                <a:spcPts val="270"/>
              </a:spcBef>
              <a:buNone/>
              <a:tabLst>
                <a:tab pos="469265" algn="l"/>
              </a:tabLst>
            </a:pPr>
            <a:r>
              <a:rPr lang="en-US" altLang="en-US" sz="1500" b="1" spc="-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MG996R  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torque</a:t>
            </a:r>
            <a:r>
              <a:rPr lang="en-US" altLang="en-US" sz="1500" b="1" spc="-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=</a:t>
            </a:r>
            <a:r>
              <a:rPr lang="en-US" altLang="en-US" sz="1500" b="0" spc="-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0.92-1.08N.m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  <a:buFont typeface="Arial MT"/>
              <a:buChar char="●"/>
            </a:pPr>
            <a:endParaRPr sz="1500">
              <a:latin typeface="Arial MT"/>
              <a:cs typeface="Arial MT"/>
            </a:endParaRPr>
          </a:p>
          <a:p>
            <a:pPr marL="125730" indent="0">
              <a:lnSpc>
                <a:spcPct val="100000"/>
              </a:lnSpc>
              <a:buNone/>
              <a:tabLst>
                <a:tab pos="469265" algn="l"/>
              </a:tabLst>
            </a:pP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Total</a:t>
            </a:r>
            <a:r>
              <a:rPr sz="15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b="1" spc="-10" dirty="0">
                <a:latin typeface="Times New Roman" panose="02020603050405020304"/>
                <a:cs typeface="Times New Roman" panose="02020603050405020304"/>
              </a:rPr>
              <a:t>torque=mass*acceleration*distance</a:t>
            </a:r>
            <a:endParaRPr sz="1500" b="1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0" y="2343150"/>
            <a:ext cx="4398645" cy="21336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endParaRPr sz="1500" dirty="0"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470"/>
              </a:spcBef>
            </a:pPr>
            <a:endParaRPr sz="1500" dirty="0">
              <a:latin typeface="Arial MT"/>
              <a:cs typeface="Arial MT"/>
            </a:endParaRPr>
          </a:p>
          <a:p>
            <a:pPr marL="12700" algn="ctr">
              <a:lnSpc>
                <a:spcPct val="100000"/>
              </a:lnSpc>
              <a:spcBef>
                <a:spcPts val="1470"/>
              </a:spcBef>
            </a:pPr>
            <a:r>
              <a:rPr sz="1500" dirty="0">
                <a:latin typeface="Arial MT"/>
                <a:cs typeface="Arial MT"/>
              </a:rPr>
              <a:t>Link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1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center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mass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lang="en-US" altLang="en-US" sz="1500" dirty="0">
                <a:latin typeface="Arial MT"/>
                <a:cs typeface="Arial MT"/>
              </a:rPr>
              <a:t> assumed at </a:t>
            </a:r>
            <a:r>
              <a:rPr sz="1500" dirty="0">
                <a:latin typeface="Arial MT"/>
                <a:cs typeface="Arial MT"/>
              </a:rPr>
              <a:t>0.</a:t>
            </a:r>
            <a:r>
              <a:rPr lang="en-US" altLang="en-US" sz="1500" dirty="0">
                <a:latin typeface="Arial MT"/>
                <a:cs typeface="Arial MT"/>
              </a:rPr>
              <a:t>07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m</a:t>
            </a:r>
          </a:p>
          <a:p>
            <a:pPr marL="12700" algn="ctr">
              <a:lnSpc>
                <a:spcPct val="100000"/>
              </a:lnSpc>
              <a:spcBef>
                <a:spcPts val="1470"/>
              </a:spcBef>
            </a:pPr>
            <a:r>
              <a:rPr sz="1500" dirty="0">
                <a:latin typeface="Arial MT"/>
                <a:cs typeface="Arial MT"/>
              </a:rPr>
              <a:t>Link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2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center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mass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lang="en-US" altLang="en-US" sz="1500" spc="-35" dirty="0">
                <a:latin typeface="Arial MT"/>
                <a:cs typeface="Arial MT"/>
              </a:rPr>
              <a:t>assumed </a:t>
            </a:r>
            <a:r>
              <a:rPr sz="1500" dirty="0">
                <a:latin typeface="Arial MT"/>
                <a:cs typeface="Arial MT"/>
              </a:rPr>
              <a:t>at</a:t>
            </a:r>
            <a:r>
              <a:rPr sz="1500" spc="-35" dirty="0">
                <a:latin typeface="Arial MT"/>
                <a:cs typeface="Arial MT"/>
              </a:rPr>
              <a:t>   </a:t>
            </a:r>
            <a:r>
              <a:rPr sz="1500" dirty="0">
                <a:latin typeface="Arial MT"/>
                <a:cs typeface="Arial MT"/>
              </a:rPr>
              <a:t>0.</a:t>
            </a:r>
            <a:r>
              <a:rPr lang="en-US" altLang="en-US" sz="1500" dirty="0">
                <a:latin typeface="Arial MT"/>
                <a:cs typeface="Arial MT"/>
              </a:rPr>
              <a:t>19</a:t>
            </a:r>
            <a:r>
              <a:rPr sz="1500" dirty="0">
                <a:latin typeface="Arial MT"/>
                <a:cs typeface="Arial MT"/>
              </a:rPr>
              <a:t>5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m</a:t>
            </a:r>
            <a:endParaRPr sz="1500">
              <a:latin typeface="Arial MT"/>
              <a:cs typeface="Arial MT"/>
            </a:endParaRPr>
          </a:p>
          <a:p>
            <a:pPr marL="12700" marR="322580" algn="ctr">
              <a:lnSpc>
                <a:spcPct val="182000"/>
              </a:lnSpc>
            </a:pPr>
            <a:r>
              <a:rPr sz="1500" dirty="0">
                <a:latin typeface="Arial MT"/>
                <a:cs typeface="Arial MT"/>
              </a:rPr>
              <a:t>Link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3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center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mass</a:t>
            </a:r>
            <a:r>
              <a:rPr lang="en-US" altLang="en-US" sz="1500" dirty="0">
                <a:latin typeface="Arial MT"/>
                <a:cs typeface="Arial MT"/>
              </a:rPr>
              <a:t> assumed 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at</a:t>
            </a:r>
            <a:r>
              <a:rPr sz="1500" spc="-30" dirty="0">
                <a:latin typeface="Arial MT"/>
                <a:cs typeface="Arial MT"/>
              </a:rPr>
              <a:t>  </a:t>
            </a:r>
            <a:r>
              <a:rPr sz="1500" dirty="0">
                <a:latin typeface="Arial MT"/>
                <a:cs typeface="Arial MT"/>
              </a:rPr>
              <a:t>0.</a:t>
            </a:r>
            <a:r>
              <a:rPr lang="en-US" altLang="en-US" sz="1500" dirty="0">
                <a:latin typeface="Arial MT"/>
                <a:cs typeface="Arial MT"/>
              </a:rPr>
              <a:t>2</a:t>
            </a:r>
            <a:r>
              <a:rPr sz="1500" dirty="0">
                <a:latin typeface="Arial MT"/>
                <a:cs typeface="Arial MT"/>
              </a:rPr>
              <a:t>5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m</a:t>
            </a:r>
          </a:p>
          <a:p>
            <a:pPr marL="12700" marR="322580" algn="ctr">
              <a:lnSpc>
                <a:spcPct val="182000"/>
              </a:lnSpc>
            </a:pPr>
            <a:r>
              <a:rPr lang="en-US" altLang="en-US" sz="1500" spc="-50" dirty="0">
                <a:latin typeface="Arial MT"/>
                <a:cs typeface="Arial MT"/>
              </a:rPr>
              <a:t>Link 4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lang="en-US" altLang="en-US" sz="1500" spc="-45" dirty="0">
                <a:latin typeface="Arial MT"/>
                <a:cs typeface="Arial MT"/>
              </a:rPr>
              <a:t> center of mass </a:t>
            </a:r>
            <a:r>
              <a:rPr sz="1500" dirty="0">
                <a:latin typeface="Arial MT"/>
                <a:cs typeface="Arial MT"/>
              </a:rPr>
              <a:t>assumed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at</a:t>
            </a:r>
            <a:r>
              <a:rPr lang="en-US" altLang="en-US" sz="1500" dirty="0">
                <a:latin typeface="Arial MT"/>
                <a:cs typeface="Arial MT"/>
              </a:rPr>
              <a:t> 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0.</a:t>
            </a:r>
            <a:r>
              <a:rPr lang="en-US" altLang="en-US" sz="1500" dirty="0">
                <a:latin typeface="Arial MT"/>
                <a:cs typeface="Arial MT"/>
              </a:rPr>
              <a:t>27</a:t>
            </a:r>
            <a:r>
              <a:rPr sz="1500" dirty="0">
                <a:latin typeface="Arial MT"/>
                <a:cs typeface="Arial MT"/>
              </a:rPr>
              <a:t>5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</a:t>
            </a:r>
            <a:r>
              <a:rPr sz="1500" spc="-45" dirty="0">
                <a:latin typeface="Arial MT"/>
                <a:cs typeface="Arial MT"/>
              </a:rPr>
              <a:t> 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180" y="418465"/>
            <a:ext cx="8598535" cy="465582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5651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T1=(0.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20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*9.81*0.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07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)+(0.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*9.81*0.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19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5)+(0.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28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*9.81*0.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5)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+(0.10*9.81*0.275)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250825">
              <a:lnSpc>
                <a:spcPct val="100000"/>
              </a:lnSpc>
              <a:spcBef>
                <a:spcPts val="1470"/>
              </a:spcBef>
            </a:pPr>
            <a:r>
              <a:rPr sz="15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1500" spc="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13734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+0.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2869425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+0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.6867+0.269775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3808</a:t>
            </a:r>
            <a:r>
              <a:rPr sz="1500" spc="-35" dirty="0">
                <a:latin typeface="Times New Roman" panose="02020603050405020304"/>
                <a:cs typeface="Times New Roman" panose="02020603050405020304"/>
              </a:rPr>
              <a:t>Nm</a:t>
            </a:r>
            <a:r>
              <a:rPr lang="en-US" altLang="en-US" sz="1500" spc="-35" dirty="0">
                <a:latin typeface="Times New Roman" panose="02020603050405020304"/>
                <a:cs typeface="Times New Roman" panose="02020603050405020304"/>
              </a:rPr>
              <a:t> (joint 1 :base)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 marR="5080">
              <a:lnSpc>
                <a:spcPct val="182000"/>
              </a:lnSpc>
            </a:pP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500" b="1" spc="-10" dirty="0">
                <a:latin typeface="Times New Roman" panose="02020603050405020304"/>
                <a:cs typeface="Times New Roman" panose="02020603050405020304"/>
              </a:rPr>
              <a:t>NEMA 23(30-60 RPM)</a:t>
            </a:r>
            <a:r>
              <a:rPr sz="15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5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used.</a:t>
            </a:r>
          </a:p>
          <a:p>
            <a:pPr marL="12700" marR="5080">
              <a:lnSpc>
                <a:spcPct val="182000"/>
              </a:lnSpc>
            </a:pP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 T2=(0.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*9.81*0.0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5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5)+(0.2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8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*9.81*0.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11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)+(0.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*9.81*0.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13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5)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55575">
              <a:lnSpc>
                <a:spcPct val="100000"/>
              </a:lnSpc>
              <a:spcBef>
                <a:spcPts val="1470"/>
              </a:spcBef>
            </a:pP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=0.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0809325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+0.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302148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+0.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132435</a:t>
            </a: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0.5156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Nm</a:t>
            </a:r>
            <a:r>
              <a:rPr lang="en-US" altLang="en-US" sz="1500" spc="-25" dirty="0">
                <a:latin typeface="Times New Roman" panose="02020603050405020304"/>
                <a:cs typeface="Times New Roman" panose="02020603050405020304"/>
              </a:rPr>
              <a:t> (joint 2:elbow)</a:t>
            </a:r>
            <a:endParaRPr sz="15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500" spc="-40" dirty="0">
                <a:latin typeface="Arial MT"/>
                <a:cs typeface="Arial MT"/>
              </a:rPr>
              <a:t> </a:t>
            </a:r>
            <a:r>
              <a:rPr lang="en-US" altLang="en-US" sz="1500" b="1" spc="-40" dirty="0">
                <a:latin typeface="Times New Roman" panose="02020603050405020304" charset="0"/>
                <a:cs typeface="Times New Roman" panose="02020603050405020304" charset="0"/>
              </a:rPr>
              <a:t>MG996R(40-50 RPM)</a:t>
            </a:r>
            <a:r>
              <a:rPr sz="1500" b="1" spc="-2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used.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F3=(0.28+0.10)*9.81=3.73N</a:t>
            </a: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500" spc="-10" dirty="0">
                <a:latin typeface="Times New Roman" panose="02020603050405020304"/>
                <a:cs typeface="Times New Roman" panose="02020603050405020304"/>
              </a:rPr>
              <a:t>T3=</a:t>
            </a:r>
            <a:r>
              <a:rPr lang="en-US" altLang="en-US" sz="1500" spc="-10" dirty="0">
                <a:latin typeface="Times New Roman" panose="02020603050405020304"/>
                <a:cs typeface="Times New Roman" panose="02020603050405020304"/>
              </a:rPr>
              <a:t>3.75*0.008(lead screw)/  2pi*0.35</a:t>
            </a:r>
            <a:r>
              <a:rPr sz="1500" dirty="0">
                <a:latin typeface="Times New Roman" panose="02020603050405020304"/>
                <a:cs typeface="Times New Roman" panose="02020603050405020304"/>
              </a:rPr>
              <a:t>=0.0</a:t>
            </a:r>
            <a:r>
              <a:rPr lang="en-US" altLang="en-US" sz="1500" dirty="0">
                <a:latin typeface="Times New Roman" panose="02020603050405020304"/>
                <a:cs typeface="Times New Roman" panose="02020603050405020304"/>
              </a:rPr>
              <a:t>135</a:t>
            </a:r>
            <a:r>
              <a:rPr sz="1500" spc="-25" dirty="0">
                <a:latin typeface="Times New Roman" panose="02020603050405020304"/>
                <a:cs typeface="Times New Roman" panose="02020603050405020304"/>
              </a:rPr>
              <a:t>Nm</a:t>
            </a:r>
            <a:r>
              <a:rPr lang="en-US" altLang="en-US" sz="1500" spc="-25" dirty="0">
                <a:latin typeface="Times New Roman" panose="02020603050405020304"/>
                <a:cs typeface="Times New Roman" panose="02020603050405020304"/>
              </a:rPr>
              <a:t> (joint3:Z/vertical)</a:t>
            </a:r>
            <a:endParaRPr sz="1500" spc="-25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lang="en-US" altLang="en-US" sz="15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altLang="en-US" sz="1500" b="1" spc="-25" dirty="0">
                <a:latin typeface="Times New Roman" panose="02020603050405020304"/>
                <a:cs typeface="Times New Roman" panose="02020603050405020304"/>
              </a:rPr>
              <a:t>MG90s Metal-Gear Servo(10-20 RPM)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used.</a:t>
            </a: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T4&lt;0.05N, (joint 4:wrist)</a:t>
            </a: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500" b="1">
                <a:latin typeface="Times New Roman" panose="02020603050405020304" charset="0"/>
                <a:cs typeface="Times New Roman" panose="02020603050405020304" charset="0"/>
              </a:rPr>
              <a:t>MG90 micro servo (80-100 RPM)</a:t>
            </a:r>
            <a:r>
              <a:rPr lang="en-US" altLang="en-US" sz="1500">
                <a:latin typeface="Times New Roman" panose="02020603050405020304" charset="0"/>
                <a:cs typeface="Times New Roman" panose="02020603050405020304" charset="0"/>
              </a:rPr>
              <a:t> is used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9235" y="285750"/>
            <a:ext cx="8604885" cy="90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1470"/>
              </a:spcBef>
              <a:buNone/>
              <a:tabLst>
                <a:tab pos="356235" algn="l"/>
              </a:tabLst>
            </a:pPr>
            <a:r>
              <a:rPr lang="en-US" altLang="en-US" sz="2800" b="1" u="sng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POWER REQUIREMENT</a:t>
            </a:r>
            <a:r>
              <a:rPr lang="en-US" altLang="en-US" sz="2800" b="1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</a:p>
          <a:p>
            <a:pPr marL="12700" indent="0" algn="l">
              <a:lnSpc>
                <a:spcPct val="100000"/>
              </a:lnSpc>
              <a:spcBef>
                <a:spcPts val="1470"/>
              </a:spcBef>
              <a:buNone/>
              <a:tabLst>
                <a:tab pos="356235" algn="l"/>
              </a:tabLst>
            </a:pPr>
            <a:endParaRPr lang="en-US" altLang="en-US" sz="1800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57200" y="1047750"/>
            <a:ext cx="8038465" cy="3893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Input: 230 V AC </a:t>
            </a:r>
          </a:p>
          <a:p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Power Supply Unit:</a:t>
            </a:r>
          </a:p>
          <a:p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Laptop Adapter:19V DC,5A</a:t>
            </a:r>
          </a:p>
          <a:p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Output 1: 19 V DC, 5 A (stepper motor via TB6600 )</a:t>
            </a:r>
          </a:p>
          <a:p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Output 2:  5V DC, 5 A (servo motors via DC-DC Buck Converter)</a:t>
            </a:r>
          </a:p>
          <a:p>
            <a:endParaRPr lang="en-US" altLang="en-US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Total power rating: ≥100 W</a:t>
            </a:r>
          </a:p>
          <a:p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Regulation: ±5%</a:t>
            </a:r>
          </a:p>
          <a:p>
            <a:r>
              <a:rPr lang="en-US" altLang="en-US" sz="1600" dirty="0">
                <a:latin typeface="Times New Roman" panose="02020603050405020304" charset="0"/>
                <a:cs typeface="Times New Roman" panose="02020603050405020304" charset="0"/>
              </a:rPr>
              <a:t>Type: DC–DC buck converter: 19V → 5V, 5 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680" y="508000"/>
            <a:ext cx="3769995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cap="all" dirty="0">
                <a:solidFill>
                  <a:schemeClr val="tx1"/>
                </a:solidFill>
                <a:uFillTx/>
              </a:rPr>
              <a:t>Control 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123950"/>
            <a:ext cx="4448175" cy="324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7366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The SCARA robot is controlled using an Arduino board that generates motion commands for all actuators.</a:t>
            </a:r>
          </a:p>
          <a:p>
            <a:pPr marL="298450" marR="7366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A NEMA 23 stepper motor with a TB6600 driver is used for precise and stable base rotation.</a:t>
            </a:r>
          </a:p>
          <a:p>
            <a:pPr marL="298450" marR="7366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The remaining joints are driven by servo motors controlled through a PCA9685 servo driver for synchronized motion.</a:t>
            </a:r>
          </a:p>
          <a:p>
            <a:pPr marL="298450" marR="7366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An external regulated power supply provides stable power to the motors and drivers.</a:t>
            </a:r>
          </a:p>
          <a:p>
            <a:pPr marL="298450" marR="73660" indent="-285750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</a:pPr>
            <a:r>
              <a:rPr lang="en-US" altLang="en-US" sz="1500">
                <a:latin typeface="Times New Roman" panose="02020603050405020304"/>
                <a:cs typeface="Times New Roman" panose="02020603050405020304"/>
              </a:rPr>
              <a:t>This setup enables smooth, accurate, and repeatable writing and drawing operations.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5725" y="1568749"/>
            <a:ext cx="4249999" cy="22824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990" y="196215"/>
            <a:ext cx="8360410" cy="39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u="sng" spc="-20" dirty="0"/>
              <a:t>DETAILS</a:t>
            </a:r>
            <a:r>
              <a:rPr u="sng" spc="-55" dirty="0"/>
              <a:t> </a:t>
            </a:r>
            <a:r>
              <a:rPr u="sng" dirty="0"/>
              <a:t>OF</a:t>
            </a:r>
            <a:r>
              <a:rPr u="sng" spc="-135" dirty="0"/>
              <a:t> </a:t>
            </a:r>
            <a:r>
              <a:rPr u="sng" dirty="0"/>
              <a:t>COST</a:t>
            </a:r>
            <a:r>
              <a:rPr u="sng" spc="-90" dirty="0"/>
              <a:t> </a:t>
            </a:r>
            <a:r>
              <a:rPr u="sng" spc="-20" dirty="0"/>
              <a:t>INVOLVED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4700" y="887505"/>
            <a:ext cx="3778885" cy="243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27330" y="778510"/>
            <a:ext cx="8698230" cy="3795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b="0" spc="-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Arduino UNO - 254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b="0" spc="-15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NEMA 23 stepper motor-1625</a:t>
            </a:r>
            <a:endParaRPr sz="1400" b="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b="0" spc="-25" dirty="0">
                <a:latin typeface="Times New Roman" panose="02020603050405020304"/>
                <a:cs typeface="Times New Roman" panose="02020603050405020304"/>
                <a:sym typeface="+mn-ea"/>
              </a:rPr>
              <a:t>MG90s Metal-Gear Servo motor -</a:t>
            </a:r>
            <a:r>
              <a:rPr lang="en-US" altLang="en-US" sz="1400" spc="-25" dirty="0">
                <a:latin typeface="Times New Roman" panose="02020603050405020304"/>
                <a:cs typeface="Times New Roman" panose="02020603050405020304"/>
                <a:sym typeface="+mn-ea"/>
              </a:rPr>
              <a:t>118</a:t>
            </a:r>
            <a:endParaRPr sz="1400" b="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b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MG90 micro servo motor-125</a:t>
            </a:r>
            <a:endParaRPr sz="1400" b="0" spc="-25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b="0" spc="-4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MG996R  motor-300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dirty="0">
                <a:latin typeface="Times New Roman" panose="02020603050405020304"/>
                <a:cs typeface="Times New Roman" panose="02020603050405020304"/>
                <a:sym typeface="+mn-ea"/>
              </a:rPr>
              <a:t>TB6600 stepper motor driver-395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dirty="0">
                <a:latin typeface="Times New Roman" panose="02020603050405020304"/>
                <a:cs typeface="Times New Roman" panose="02020603050405020304"/>
                <a:sym typeface="+mn-ea"/>
              </a:rPr>
              <a:t>PCA9685 servo driver module-229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dirty="0">
                <a:latin typeface="Times New Roman" panose="02020603050405020304"/>
                <a:cs typeface="Times New Roman" panose="02020603050405020304"/>
                <a:sym typeface="+mn-ea"/>
              </a:rPr>
              <a:t>Lead screw and nut-762</a:t>
            </a:r>
            <a:endParaRPr lang="en-US" altLang="en-US" sz="1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DC–DC buck converter-195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6.35*8mm flexible shaft coupling -55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Forex sheet-305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Miscelleneous-519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r>
              <a:rPr lang="en-US" altLang="en-US" sz="1400" dirty="0">
                <a:latin typeface="Times New Roman" panose="02020603050405020304" charset="0"/>
                <a:cs typeface="Times New Roman" panose="02020603050405020304" charset="0"/>
              </a:rPr>
              <a:t>TOTAL COST:4882</a:t>
            </a: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endParaRPr lang="en-US" altLang="en-US" sz="14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endParaRPr lang="en-US" altLang="en-US" sz="14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>
              <a:lnSpc>
                <a:spcPct val="100000"/>
              </a:lnSpc>
              <a:spcBef>
                <a:spcPts val="270"/>
              </a:spcBef>
              <a:tabLst>
                <a:tab pos="469265" algn="l"/>
              </a:tabLst>
            </a:pPr>
            <a:endParaRPr lang="en-US" sz="1400" b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849</Words>
  <Application>Microsoft Office PowerPoint</Application>
  <PresentationFormat>On-screen Show (16:9)</PresentationFormat>
  <Paragraphs>131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MT</vt:lpstr>
      <vt:lpstr>Calibri</vt:lpstr>
      <vt:lpstr>Georgia</vt:lpstr>
      <vt:lpstr>Times New Roman</vt:lpstr>
      <vt:lpstr>Trebuchet MS</vt:lpstr>
      <vt:lpstr>Wingdings</vt:lpstr>
      <vt:lpstr>Office Theme</vt:lpstr>
      <vt:lpstr>Implementation of Selective Compliance Assembly Robot Arm (SCARA)</vt:lpstr>
      <vt:lpstr>CONTENTS</vt:lpstr>
      <vt:lpstr>INTRODUCTION</vt:lpstr>
      <vt:lpstr>OBJECTIVES</vt:lpstr>
      <vt:lpstr>DESIGN PARAMETERS</vt:lpstr>
      <vt:lpstr>PowerPoint Presentation</vt:lpstr>
      <vt:lpstr>STRUCTURAL PARAMETERS</vt:lpstr>
      <vt:lpstr>DEGREE OF FREEDOM</vt:lpstr>
      <vt:lpstr>MATERIALS USED</vt:lpstr>
      <vt:lpstr>MECHANICAL PARAMETERS</vt:lpstr>
      <vt:lpstr>PowerPoint Presentation</vt:lpstr>
      <vt:lpstr>PowerPoint Presentation</vt:lpstr>
      <vt:lpstr>PowerPoint Presentation</vt:lpstr>
      <vt:lpstr>Control System</vt:lpstr>
      <vt:lpstr>DETAILS OF COST INVOLVED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Implementation of Selective Compliance Assembly Robot Arm_x000d_(SCARA)</dc:title>
  <dc:creator>Fathimath Shana</dc:creator>
  <cp:lastModifiedBy>Fathimath Shana</cp:lastModifiedBy>
  <cp:revision>10</cp:revision>
  <dcterms:created xsi:type="dcterms:W3CDTF">2026-01-04T17:38:00Z</dcterms:created>
  <dcterms:modified xsi:type="dcterms:W3CDTF">2026-03-26T12:43:56Z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2026-01-05T14:30:00Z</vt:filetime>
  </property>
  <property fmtid="{D5CDD505-2E9C-101B-9397-08002B2CF9AE}" pid="3" name="Creator">
    <vt:lpwstr>Google</vt:lpwstr>
  </property>
  <property fmtid="{D5CDD505-2E9C-101B-9397-08002B2CF9AE}" pid="4" name="LastSaved">
    <vt:filetime>2026-01-05T14:30:00Z</vt:filetime>
  </property>
  <property fmtid="{D5CDD505-2E9C-101B-9397-08002B2CF9AE}" pid="5" name="ICV">
    <vt:lpwstr>66A5945DEAC6497A87FB88CF2497E6A9_12</vt:lpwstr>
  </property>
  <property fmtid="{D5CDD505-2E9C-101B-9397-08002B2CF9AE}" pid="6" name="KSOProductBuildVer">
    <vt:lpwstr>1033-12.2.0.23196</vt:lpwstr>
  </property>
</Properties>
</file>